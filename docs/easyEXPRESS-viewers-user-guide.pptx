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6"/>
    <p:restoredTop sz="94658"/>
  </p:normalViewPr>
  <p:slideViewPr>
    <p:cSldViewPr snapToGrid="0" snapToObjects="1">
      <p:cViewPr varScale="1">
        <p:scale>
          <a:sx n="106" d="100"/>
          <a:sy n="106" d="100"/>
        </p:scale>
        <p:origin x="776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D40D17-1F1E-4BBB-88D5-0C51DD9E1AE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305F796-8D4D-40C1-AF97-E43D9B75B5DB}">
      <dgm:prSet/>
      <dgm:spPr/>
      <dgm:t>
        <a:bodyPr/>
        <a:lstStyle/>
        <a:p>
          <a:pPr>
            <a:defRPr cap="all"/>
          </a:pPr>
          <a:r>
            <a:rPr lang="en-US"/>
            <a:t>Updates when you re-invoke the command — not auto-refresh.</a:t>
          </a:r>
        </a:p>
      </dgm:t>
    </dgm:pt>
    <dgm:pt modelId="{C84E8171-7609-485B-B712-269B8A6C6F4C}" type="parTrans" cxnId="{8CBA1B2E-7E70-43D8-89A7-71E08D93D60E}">
      <dgm:prSet/>
      <dgm:spPr/>
      <dgm:t>
        <a:bodyPr/>
        <a:lstStyle/>
        <a:p>
          <a:endParaRPr lang="en-US"/>
        </a:p>
      </dgm:t>
    </dgm:pt>
    <dgm:pt modelId="{54B590B9-7EBE-4FC6-AF4B-F750A44DD722}" type="sibTrans" cxnId="{8CBA1B2E-7E70-43D8-89A7-71E08D93D60E}">
      <dgm:prSet/>
      <dgm:spPr/>
      <dgm:t>
        <a:bodyPr/>
        <a:lstStyle/>
        <a:p>
          <a:endParaRPr lang="en-US"/>
        </a:p>
      </dgm:t>
    </dgm:pt>
    <dgm:pt modelId="{82198559-E19D-4879-AE1F-2D9CC9F37A40}">
      <dgm:prSet/>
      <dgm:spPr/>
      <dgm:t>
        <a:bodyPr/>
        <a:lstStyle/>
        <a:p>
          <a:pPr>
            <a:defRPr cap="all"/>
          </a:pPr>
          <a:r>
            <a:rPr lang="en-US"/>
            <a:t>stem:[…] renders via Plurimath (the same converter Metanorma uses).</a:t>
          </a:r>
        </a:p>
      </dgm:t>
    </dgm:pt>
    <dgm:pt modelId="{0C7633C9-7F11-4278-922C-526FE5C57D52}" type="parTrans" cxnId="{23CF1F66-4F11-472C-A202-2A5072544EC0}">
      <dgm:prSet/>
      <dgm:spPr/>
      <dgm:t>
        <a:bodyPr/>
        <a:lstStyle/>
        <a:p>
          <a:endParaRPr lang="en-US"/>
        </a:p>
      </dgm:t>
    </dgm:pt>
    <dgm:pt modelId="{4D6FB785-8858-474F-ACE2-07CCACD3E0A8}" type="sibTrans" cxnId="{23CF1F66-4F11-472C-A202-2A5072544EC0}">
      <dgm:prSet/>
      <dgm:spPr/>
      <dgm:t>
        <a:bodyPr/>
        <a:lstStyle/>
        <a:p>
          <a:endParaRPr lang="en-US"/>
        </a:p>
      </dgm:t>
    </dgm:pt>
    <dgm:pt modelId="{2E5D00F4-DF68-4B90-8B7F-F7F84837DCCC}">
      <dgm:prSet/>
      <dgm:spPr/>
      <dgm:t>
        <a:bodyPr/>
        <a:lstStyle/>
        <a:p>
          <a:pPr>
            <a:defRPr cap="all"/>
          </a:pPr>
          <a:r>
            <a:rPr lang="en-US"/>
            <a:t>latexmath:[…] also renders (Plurimath accepts both formats).</a:t>
          </a:r>
        </a:p>
      </dgm:t>
    </dgm:pt>
    <dgm:pt modelId="{FBB50CF9-F155-4967-A13B-F2E9B289015B}" type="parTrans" cxnId="{9AC8A5AF-84CE-4348-B619-D6DEEFE7E071}">
      <dgm:prSet/>
      <dgm:spPr/>
      <dgm:t>
        <a:bodyPr/>
        <a:lstStyle/>
        <a:p>
          <a:endParaRPr lang="en-US"/>
        </a:p>
      </dgm:t>
    </dgm:pt>
    <dgm:pt modelId="{0AFE9E64-F7B7-4B9F-B7BA-B6137A1C017F}" type="sibTrans" cxnId="{9AC8A5AF-84CE-4348-B619-D6DEEFE7E071}">
      <dgm:prSet/>
      <dgm:spPr/>
      <dgm:t>
        <a:bodyPr/>
        <a:lstStyle/>
        <a:p>
          <a:endParaRPr lang="en-US"/>
        </a:p>
      </dgm:t>
    </dgm:pt>
    <dgm:pt modelId="{7FB0B830-4C7D-486C-B536-1775F5A2D95D}">
      <dgm:prSet/>
      <dgm:spPr/>
      <dgm:t>
        <a:bodyPr/>
        <a:lstStyle/>
        <a:p>
          <a:pPr>
            <a:defRPr cap="all"/>
          </a:pPr>
          <a:r>
            <a:rPr lang="en-US"/>
            <a:t>Math you write here will look identical to the published spec.</a:t>
          </a:r>
        </a:p>
      </dgm:t>
    </dgm:pt>
    <dgm:pt modelId="{C2993DA7-9A25-4E1A-9D42-D3A1D88A9163}" type="parTrans" cxnId="{ADD58464-97C3-4C96-B246-9FF7833F97B5}">
      <dgm:prSet/>
      <dgm:spPr/>
      <dgm:t>
        <a:bodyPr/>
        <a:lstStyle/>
        <a:p>
          <a:endParaRPr lang="en-US"/>
        </a:p>
      </dgm:t>
    </dgm:pt>
    <dgm:pt modelId="{8B3EE5A7-C829-438B-BB53-B163BA45D393}" type="sibTrans" cxnId="{ADD58464-97C3-4C96-B246-9FF7833F97B5}">
      <dgm:prSet/>
      <dgm:spPr/>
      <dgm:t>
        <a:bodyPr/>
        <a:lstStyle/>
        <a:p>
          <a:endParaRPr lang="en-US"/>
        </a:p>
      </dgm:t>
    </dgm:pt>
    <dgm:pt modelId="{3CE486F0-C292-4FBE-B0E0-F77836D2B7E3}">
      <dgm:prSet/>
      <dgm:spPr/>
      <dgm:t>
        <a:bodyPr/>
        <a:lstStyle/>
        <a:p>
          <a:pPr>
            <a:defRPr cap="all"/>
          </a:pPr>
          <a:r>
            <a:rPr lang="en-US"/>
            <a:t>Click any cross-reference link to open that entity's description.</a:t>
          </a:r>
        </a:p>
      </dgm:t>
    </dgm:pt>
    <dgm:pt modelId="{103177D4-4FDB-4F81-A3FF-C41FC2698137}" type="parTrans" cxnId="{EBDF694B-A51F-4F94-86F9-A757C42036A6}">
      <dgm:prSet/>
      <dgm:spPr/>
      <dgm:t>
        <a:bodyPr/>
        <a:lstStyle/>
        <a:p>
          <a:endParaRPr lang="en-US"/>
        </a:p>
      </dgm:t>
    </dgm:pt>
    <dgm:pt modelId="{AA292A37-CACF-40EF-8961-8D9BDE209775}" type="sibTrans" cxnId="{EBDF694B-A51F-4F94-86F9-A757C42036A6}">
      <dgm:prSet/>
      <dgm:spPr/>
      <dgm:t>
        <a:bodyPr/>
        <a:lstStyle/>
        <a:p>
          <a:endParaRPr lang="en-US"/>
        </a:p>
      </dgm:t>
    </dgm:pt>
    <dgm:pt modelId="{310AB462-AFC0-40C8-8FD1-94B9AAF53374}" type="pres">
      <dgm:prSet presAssocID="{FED40D17-1F1E-4BBB-88D5-0C51DD9E1AE0}" presName="root" presStyleCnt="0">
        <dgm:presLayoutVars>
          <dgm:dir/>
          <dgm:resizeHandles val="exact"/>
        </dgm:presLayoutVars>
      </dgm:prSet>
      <dgm:spPr/>
    </dgm:pt>
    <dgm:pt modelId="{1E815FBF-E9FA-45F8-BA91-8A569B4378D8}" type="pres">
      <dgm:prSet presAssocID="{7305F796-8D4D-40C1-AF97-E43D9B75B5DB}" presName="compNode" presStyleCnt="0"/>
      <dgm:spPr/>
    </dgm:pt>
    <dgm:pt modelId="{1A8B859C-1049-4243-9AD8-95ABFA135168}" type="pres">
      <dgm:prSet presAssocID="{7305F796-8D4D-40C1-AF97-E43D9B75B5DB}" presName="iconBgRect" presStyleLbl="bgShp" presStyleIdx="0" presStyleCnt="5"/>
      <dgm:spPr/>
    </dgm:pt>
    <dgm:pt modelId="{9E41DA99-B20E-4C20-A304-AA4C01445585}" type="pres">
      <dgm:prSet presAssocID="{7305F796-8D4D-40C1-AF97-E43D9B75B5D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6EC550A-2237-449F-BE5A-61552518A46A}" type="pres">
      <dgm:prSet presAssocID="{7305F796-8D4D-40C1-AF97-E43D9B75B5DB}" presName="spaceRect" presStyleCnt="0"/>
      <dgm:spPr/>
    </dgm:pt>
    <dgm:pt modelId="{A53701E5-EB0B-4869-BF56-D38CF786E1C8}" type="pres">
      <dgm:prSet presAssocID="{7305F796-8D4D-40C1-AF97-E43D9B75B5DB}" presName="textRect" presStyleLbl="revTx" presStyleIdx="0" presStyleCnt="5">
        <dgm:presLayoutVars>
          <dgm:chMax val="1"/>
          <dgm:chPref val="1"/>
        </dgm:presLayoutVars>
      </dgm:prSet>
      <dgm:spPr/>
    </dgm:pt>
    <dgm:pt modelId="{D638D312-545D-40AF-82D8-1FC81FDA0A6F}" type="pres">
      <dgm:prSet presAssocID="{54B590B9-7EBE-4FC6-AF4B-F750A44DD722}" presName="sibTrans" presStyleCnt="0"/>
      <dgm:spPr/>
    </dgm:pt>
    <dgm:pt modelId="{5E65D876-BF08-44AB-9E31-DB4F083F89E8}" type="pres">
      <dgm:prSet presAssocID="{82198559-E19D-4879-AE1F-2D9CC9F37A40}" presName="compNode" presStyleCnt="0"/>
      <dgm:spPr/>
    </dgm:pt>
    <dgm:pt modelId="{6BBDD060-F8FC-4F85-B3C4-C6947EF31C4C}" type="pres">
      <dgm:prSet presAssocID="{82198559-E19D-4879-AE1F-2D9CC9F37A40}" presName="iconBgRect" presStyleLbl="bgShp" presStyleIdx="1" presStyleCnt="5"/>
      <dgm:spPr/>
    </dgm:pt>
    <dgm:pt modelId="{ED62FE9C-E8FD-4D7B-8482-C0B50C1F07A7}" type="pres">
      <dgm:prSet presAssocID="{82198559-E19D-4879-AE1F-2D9CC9F37A4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5149ADC8-DDEC-4F4B-8E05-04E122E7232E}" type="pres">
      <dgm:prSet presAssocID="{82198559-E19D-4879-AE1F-2D9CC9F37A40}" presName="spaceRect" presStyleCnt="0"/>
      <dgm:spPr/>
    </dgm:pt>
    <dgm:pt modelId="{4AA94C0D-FEAF-4BF3-BE6D-8CDE3FCB39AA}" type="pres">
      <dgm:prSet presAssocID="{82198559-E19D-4879-AE1F-2D9CC9F37A40}" presName="textRect" presStyleLbl="revTx" presStyleIdx="1" presStyleCnt="5">
        <dgm:presLayoutVars>
          <dgm:chMax val="1"/>
          <dgm:chPref val="1"/>
        </dgm:presLayoutVars>
      </dgm:prSet>
      <dgm:spPr/>
    </dgm:pt>
    <dgm:pt modelId="{6F8B3585-B1DA-418D-9EE3-25087336E636}" type="pres">
      <dgm:prSet presAssocID="{4D6FB785-8858-474F-ACE2-07CCACD3E0A8}" presName="sibTrans" presStyleCnt="0"/>
      <dgm:spPr/>
    </dgm:pt>
    <dgm:pt modelId="{DA9116E7-1B43-4884-9351-290CD20367B3}" type="pres">
      <dgm:prSet presAssocID="{2E5D00F4-DF68-4B90-8B7F-F7F84837DCCC}" presName="compNode" presStyleCnt="0"/>
      <dgm:spPr/>
    </dgm:pt>
    <dgm:pt modelId="{D6371E6C-25B1-4D77-8F8C-43C29BD6AE1E}" type="pres">
      <dgm:prSet presAssocID="{2E5D00F4-DF68-4B90-8B7F-F7F84837DCCC}" presName="iconBgRect" presStyleLbl="bgShp" presStyleIdx="2" presStyleCnt="5"/>
      <dgm:spPr/>
    </dgm:pt>
    <dgm:pt modelId="{5C5CD129-0A1A-4B82-A809-D7B0744F1CFA}" type="pres">
      <dgm:prSet presAssocID="{2E5D00F4-DF68-4B90-8B7F-F7F84837DCC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gloo"/>
        </a:ext>
      </dgm:extLst>
    </dgm:pt>
    <dgm:pt modelId="{EA9AC037-7059-4D4F-9CA3-D9F327BE13CB}" type="pres">
      <dgm:prSet presAssocID="{2E5D00F4-DF68-4B90-8B7F-F7F84837DCCC}" presName="spaceRect" presStyleCnt="0"/>
      <dgm:spPr/>
    </dgm:pt>
    <dgm:pt modelId="{08F4AED5-5313-4088-900B-16E03F6F0A09}" type="pres">
      <dgm:prSet presAssocID="{2E5D00F4-DF68-4B90-8B7F-F7F84837DCCC}" presName="textRect" presStyleLbl="revTx" presStyleIdx="2" presStyleCnt="5">
        <dgm:presLayoutVars>
          <dgm:chMax val="1"/>
          <dgm:chPref val="1"/>
        </dgm:presLayoutVars>
      </dgm:prSet>
      <dgm:spPr/>
    </dgm:pt>
    <dgm:pt modelId="{B2867C9A-1BE5-4AE2-A0C7-BBF702215C16}" type="pres">
      <dgm:prSet presAssocID="{0AFE9E64-F7B7-4B9F-B7BA-B6137A1C017F}" presName="sibTrans" presStyleCnt="0"/>
      <dgm:spPr/>
    </dgm:pt>
    <dgm:pt modelId="{3D413938-4DC7-4601-878A-0675BE2086D0}" type="pres">
      <dgm:prSet presAssocID="{7FB0B830-4C7D-486C-B536-1775F5A2D95D}" presName="compNode" presStyleCnt="0"/>
      <dgm:spPr/>
    </dgm:pt>
    <dgm:pt modelId="{7CAEF6F7-B52B-4E58-AE0E-7C550539A903}" type="pres">
      <dgm:prSet presAssocID="{7FB0B830-4C7D-486C-B536-1775F5A2D95D}" presName="iconBgRect" presStyleLbl="bgShp" presStyleIdx="3" presStyleCnt="5"/>
      <dgm:spPr/>
    </dgm:pt>
    <dgm:pt modelId="{ECA6E692-9A2F-46A7-923F-F2BD1B164082}" type="pres">
      <dgm:prSet presAssocID="{7FB0B830-4C7D-486C-B536-1775F5A2D95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62B4F2F3-8105-4A08-8FD4-D390401B6445}" type="pres">
      <dgm:prSet presAssocID="{7FB0B830-4C7D-486C-B536-1775F5A2D95D}" presName="spaceRect" presStyleCnt="0"/>
      <dgm:spPr/>
    </dgm:pt>
    <dgm:pt modelId="{C0A133EF-9209-407D-8868-BBDCB3F638DB}" type="pres">
      <dgm:prSet presAssocID="{7FB0B830-4C7D-486C-B536-1775F5A2D95D}" presName="textRect" presStyleLbl="revTx" presStyleIdx="3" presStyleCnt="5">
        <dgm:presLayoutVars>
          <dgm:chMax val="1"/>
          <dgm:chPref val="1"/>
        </dgm:presLayoutVars>
      </dgm:prSet>
      <dgm:spPr/>
    </dgm:pt>
    <dgm:pt modelId="{54EF2E8C-AA8D-40BA-929B-8C850FB9093A}" type="pres">
      <dgm:prSet presAssocID="{8B3EE5A7-C829-438B-BB53-B163BA45D393}" presName="sibTrans" presStyleCnt="0"/>
      <dgm:spPr/>
    </dgm:pt>
    <dgm:pt modelId="{6A64D555-CA49-47E3-8ABD-C58B0E0EB1A0}" type="pres">
      <dgm:prSet presAssocID="{3CE486F0-C292-4FBE-B0E0-F77836D2B7E3}" presName="compNode" presStyleCnt="0"/>
      <dgm:spPr/>
    </dgm:pt>
    <dgm:pt modelId="{A12818E3-FFB9-4A3E-B05D-2AF778B8E0ED}" type="pres">
      <dgm:prSet presAssocID="{3CE486F0-C292-4FBE-B0E0-F77836D2B7E3}" presName="iconBgRect" presStyleLbl="bgShp" presStyleIdx="4" presStyleCnt="5"/>
      <dgm:spPr/>
    </dgm:pt>
    <dgm:pt modelId="{420BB11D-039D-47E5-85F2-BD81AAB8F966}" type="pres">
      <dgm:prSet presAssocID="{3CE486F0-C292-4FBE-B0E0-F77836D2B7E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0B394EAB-8647-4C47-BEF3-3CBCA74EB12D}" type="pres">
      <dgm:prSet presAssocID="{3CE486F0-C292-4FBE-B0E0-F77836D2B7E3}" presName="spaceRect" presStyleCnt="0"/>
      <dgm:spPr/>
    </dgm:pt>
    <dgm:pt modelId="{189C1A71-AEA5-49F9-9C26-D87C7775FDD2}" type="pres">
      <dgm:prSet presAssocID="{3CE486F0-C292-4FBE-B0E0-F77836D2B7E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B6F0403-BA42-46D8-A9C2-F6DFA830E6CE}" type="presOf" srcId="{7305F796-8D4D-40C1-AF97-E43D9B75B5DB}" destId="{A53701E5-EB0B-4869-BF56-D38CF786E1C8}" srcOrd="0" destOrd="0" presId="urn:microsoft.com/office/officeart/2018/5/layout/IconCircleLabelList"/>
    <dgm:cxn modelId="{B3C27518-38CD-4D84-8F0B-315662AA0C8F}" type="presOf" srcId="{82198559-E19D-4879-AE1F-2D9CC9F37A40}" destId="{4AA94C0D-FEAF-4BF3-BE6D-8CDE3FCB39AA}" srcOrd="0" destOrd="0" presId="urn:microsoft.com/office/officeart/2018/5/layout/IconCircleLabelList"/>
    <dgm:cxn modelId="{8CBA1B2E-7E70-43D8-89A7-71E08D93D60E}" srcId="{FED40D17-1F1E-4BBB-88D5-0C51DD9E1AE0}" destId="{7305F796-8D4D-40C1-AF97-E43D9B75B5DB}" srcOrd="0" destOrd="0" parTransId="{C84E8171-7609-485B-B712-269B8A6C6F4C}" sibTransId="{54B590B9-7EBE-4FC6-AF4B-F750A44DD722}"/>
    <dgm:cxn modelId="{C37AD640-00F7-4CF8-9A99-625EC2A738F6}" type="presOf" srcId="{2E5D00F4-DF68-4B90-8B7F-F7F84837DCCC}" destId="{08F4AED5-5313-4088-900B-16E03F6F0A09}" srcOrd="0" destOrd="0" presId="urn:microsoft.com/office/officeart/2018/5/layout/IconCircleLabelList"/>
    <dgm:cxn modelId="{EBDF694B-A51F-4F94-86F9-A757C42036A6}" srcId="{FED40D17-1F1E-4BBB-88D5-0C51DD9E1AE0}" destId="{3CE486F0-C292-4FBE-B0E0-F77836D2B7E3}" srcOrd="4" destOrd="0" parTransId="{103177D4-4FDB-4F81-A3FF-C41FC2698137}" sibTransId="{AA292A37-CACF-40EF-8961-8D9BDE209775}"/>
    <dgm:cxn modelId="{6750B84D-47AB-4BB2-911F-F320DD9F2D0F}" type="presOf" srcId="{FED40D17-1F1E-4BBB-88D5-0C51DD9E1AE0}" destId="{310AB462-AFC0-40C8-8FD1-94B9AAF53374}" srcOrd="0" destOrd="0" presId="urn:microsoft.com/office/officeart/2018/5/layout/IconCircleLabelList"/>
    <dgm:cxn modelId="{ADD58464-97C3-4C96-B246-9FF7833F97B5}" srcId="{FED40D17-1F1E-4BBB-88D5-0C51DD9E1AE0}" destId="{7FB0B830-4C7D-486C-B536-1775F5A2D95D}" srcOrd="3" destOrd="0" parTransId="{C2993DA7-9A25-4E1A-9D42-D3A1D88A9163}" sibTransId="{8B3EE5A7-C829-438B-BB53-B163BA45D393}"/>
    <dgm:cxn modelId="{23CF1F66-4F11-472C-A202-2A5072544EC0}" srcId="{FED40D17-1F1E-4BBB-88D5-0C51DD9E1AE0}" destId="{82198559-E19D-4879-AE1F-2D9CC9F37A40}" srcOrd="1" destOrd="0" parTransId="{0C7633C9-7F11-4278-922C-526FE5C57D52}" sibTransId="{4D6FB785-8858-474F-ACE2-07CCACD3E0A8}"/>
    <dgm:cxn modelId="{B506126B-4680-4877-AEEC-4C854F2E0A2F}" type="presOf" srcId="{7FB0B830-4C7D-486C-B536-1775F5A2D95D}" destId="{C0A133EF-9209-407D-8868-BBDCB3F638DB}" srcOrd="0" destOrd="0" presId="urn:microsoft.com/office/officeart/2018/5/layout/IconCircleLabelList"/>
    <dgm:cxn modelId="{956DCA93-32AE-408B-A634-9CE880E84F43}" type="presOf" srcId="{3CE486F0-C292-4FBE-B0E0-F77836D2B7E3}" destId="{189C1A71-AEA5-49F9-9C26-D87C7775FDD2}" srcOrd="0" destOrd="0" presId="urn:microsoft.com/office/officeart/2018/5/layout/IconCircleLabelList"/>
    <dgm:cxn modelId="{9AC8A5AF-84CE-4348-B619-D6DEEFE7E071}" srcId="{FED40D17-1F1E-4BBB-88D5-0C51DD9E1AE0}" destId="{2E5D00F4-DF68-4B90-8B7F-F7F84837DCCC}" srcOrd="2" destOrd="0" parTransId="{FBB50CF9-F155-4967-A13B-F2E9B289015B}" sibTransId="{0AFE9E64-F7B7-4B9F-B7BA-B6137A1C017F}"/>
    <dgm:cxn modelId="{6C1303B6-8557-4B1E-B4E6-7379AB8D6146}" type="presParOf" srcId="{310AB462-AFC0-40C8-8FD1-94B9AAF53374}" destId="{1E815FBF-E9FA-45F8-BA91-8A569B4378D8}" srcOrd="0" destOrd="0" presId="urn:microsoft.com/office/officeart/2018/5/layout/IconCircleLabelList"/>
    <dgm:cxn modelId="{9713E48E-9264-4F35-83D5-07710E2BAD07}" type="presParOf" srcId="{1E815FBF-E9FA-45F8-BA91-8A569B4378D8}" destId="{1A8B859C-1049-4243-9AD8-95ABFA135168}" srcOrd="0" destOrd="0" presId="urn:microsoft.com/office/officeart/2018/5/layout/IconCircleLabelList"/>
    <dgm:cxn modelId="{F1D0E068-147C-4165-B8F5-2B4EB1ACD028}" type="presParOf" srcId="{1E815FBF-E9FA-45F8-BA91-8A569B4378D8}" destId="{9E41DA99-B20E-4C20-A304-AA4C01445585}" srcOrd="1" destOrd="0" presId="urn:microsoft.com/office/officeart/2018/5/layout/IconCircleLabelList"/>
    <dgm:cxn modelId="{169CE527-C1F7-4ECE-B064-BE9D63CE4035}" type="presParOf" srcId="{1E815FBF-E9FA-45F8-BA91-8A569B4378D8}" destId="{A6EC550A-2237-449F-BE5A-61552518A46A}" srcOrd="2" destOrd="0" presId="urn:microsoft.com/office/officeart/2018/5/layout/IconCircleLabelList"/>
    <dgm:cxn modelId="{E8966CF8-9AB7-4E8D-9B0F-36A19D3198DD}" type="presParOf" srcId="{1E815FBF-E9FA-45F8-BA91-8A569B4378D8}" destId="{A53701E5-EB0B-4869-BF56-D38CF786E1C8}" srcOrd="3" destOrd="0" presId="urn:microsoft.com/office/officeart/2018/5/layout/IconCircleLabelList"/>
    <dgm:cxn modelId="{EBC86EA8-245B-4F4C-BE3A-70D2B02F0018}" type="presParOf" srcId="{310AB462-AFC0-40C8-8FD1-94B9AAF53374}" destId="{D638D312-545D-40AF-82D8-1FC81FDA0A6F}" srcOrd="1" destOrd="0" presId="urn:microsoft.com/office/officeart/2018/5/layout/IconCircleLabelList"/>
    <dgm:cxn modelId="{814D3143-A830-447D-AFA5-D9D33A7A995A}" type="presParOf" srcId="{310AB462-AFC0-40C8-8FD1-94B9AAF53374}" destId="{5E65D876-BF08-44AB-9E31-DB4F083F89E8}" srcOrd="2" destOrd="0" presId="urn:microsoft.com/office/officeart/2018/5/layout/IconCircleLabelList"/>
    <dgm:cxn modelId="{50746130-7A62-4BC3-B34A-05A3FA772B94}" type="presParOf" srcId="{5E65D876-BF08-44AB-9E31-DB4F083F89E8}" destId="{6BBDD060-F8FC-4F85-B3C4-C6947EF31C4C}" srcOrd="0" destOrd="0" presId="urn:microsoft.com/office/officeart/2018/5/layout/IconCircleLabelList"/>
    <dgm:cxn modelId="{A17C790D-C8F2-4CED-BB49-E7977A93F46D}" type="presParOf" srcId="{5E65D876-BF08-44AB-9E31-DB4F083F89E8}" destId="{ED62FE9C-E8FD-4D7B-8482-C0B50C1F07A7}" srcOrd="1" destOrd="0" presId="urn:microsoft.com/office/officeart/2018/5/layout/IconCircleLabelList"/>
    <dgm:cxn modelId="{43BA8876-AB69-4CF1-96F1-E922D3AD8370}" type="presParOf" srcId="{5E65D876-BF08-44AB-9E31-DB4F083F89E8}" destId="{5149ADC8-DDEC-4F4B-8E05-04E122E7232E}" srcOrd="2" destOrd="0" presId="urn:microsoft.com/office/officeart/2018/5/layout/IconCircleLabelList"/>
    <dgm:cxn modelId="{5782A908-B85B-4384-AC4C-374DBD741EB8}" type="presParOf" srcId="{5E65D876-BF08-44AB-9E31-DB4F083F89E8}" destId="{4AA94C0D-FEAF-4BF3-BE6D-8CDE3FCB39AA}" srcOrd="3" destOrd="0" presId="urn:microsoft.com/office/officeart/2018/5/layout/IconCircleLabelList"/>
    <dgm:cxn modelId="{9A93011F-DD85-4B28-98D8-5EB14F51533F}" type="presParOf" srcId="{310AB462-AFC0-40C8-8FD1-94B9AAF53374}" destId="{6F8B3585-B1DA-418D-9EE3-25087336E636}" srcOrd="3" destOrd="0" presId="urn:microsoft.com/office/officeart/2018/5/layout/IconCircleLabelList"/>
    <dgm:cxn modelId="{A0B60682-2CCE-47F5-9C35-6D751D7EDE30}" type="presParOf" srcId="{310AB462-AFC0-40C8-8FD1-94B9AAF53374}" destId="{DA9116E7-1B43-4884-9351-290CD20367B3}" srcOrd="4" destOrd="0" presId="urn:microsoft.com/office/officeart/2018/5/layout/IconCircleLabelList"/>
    <dgm:cxn modelId="{B48CBB4E-2624-4B90-951F-8E48ED91E56D}" type="presParOf" srcId="{DA9116E7-1B43-4884-9351-290CD20367B3}" destId="{D6371E6C-25B1-4D77-8F8C-43C29BD6AE1E}" srcOrd="0" destOrd="0" presId="urn:microsoft.com/office/officeart/2018/5/layout/IconCircleLabelList"/>
    <dgm:cxn modelId="{DBB5CEAF-C4A4-4DB7-B866-F2605BC6864F}" type="presParOf" srcId="{DA9116E7-1B43-4884-9351-290CD20367B3}" destId="{5C5CD129-0A1A-4B82-A809-D7B0744F1CFA}" srcOrd="1" destOrd="0" presId="urn:microsoft.com/office/officeart/2018/5/layout/IconCircleLabelList"/>
    <dgm:cxn modelId="{E3DA6B64-91E9-439E-A710-D95F3D234F32}" type="presParOf" srcId="{DA9116E7-1B43-4884-9351-290CD20367B3}" destId="{EA9AC037-7059-4D4F-9CA3-D9F327BE13CB}" srcOrd="2" destOrd="0" presId="urn:microsoft.com/office/officeart/2018/5/layout/IconCircleLabelList"/>
    <dgm:cxn modelId="{453149F8-7E1D-4972-9C4F-80CAB9E38741}" type="presParOf" srcId="{DA9116E7-1B43-4884-9351-290CD20367B3}" destId="{08F4AED5-5313-4088-900B-16E03F6F0A09}" srcOrd="3" destOrd="0" presId="urn:microsoft.com/office/officeart/2018/5/layout/IconCircleLabelList"/>
    <dgm:cxn modelId="{610AC599-59D3-43CF-80D9-6F6505D883F5}" type="presParOf" srcId="{310AB462-AFC0-40C8-8FD1-94B9AAF53374}" destId="{B2867C9A-1BE5-4AE2-A0C7-BBF702215C16}" srcOrd="5" destOrd="0" presId="urn:microsoft.com/office/officeart/2018/5/layout/IconCircleLabelList"/>
    <dgm:cxn modelId="{EB0EFA47-BA71-4B7F-9D6B-7735C21FF0EB}" type="presParOf" srcId="{310AB462-AFC0-40C8-8FD1-94B9AAF53374}" destId="{3D413938-4DC7-4601-878A-0675BE2086D0}" srcOrd="6" destOrd="0" presId="urn:microsoft.com/office/officeart/2018/5/layout/IconCircleLabelList"/>
    <dgm:cxn modelId="{A2918EB2-1D96-4825-91D9-A6AF36853CC0}" type="presParOf" srcId="{3D413938-4DC7-4601-878A-0675BE2086D0}" destId="{7CAEF6F7-B52B-4E58-AE0E-7C550539A903}" srcOrd="0" destOrd="0" presId="urn:microsoft.com/office/officeart/2018/5/layout/IconCircleLabelList"/>
    <dgm:cxn modelId="{C8AFAE45-FF3D-4758-9F61-591394CB058F}" type="presParOf" srcId="{3D413938-4DC7-4601-878A-0675BE2086D0}" destId="{ECA6E692-9A2F-46A7-923F-F2BD1B164082}" srcOrd="1" destOrd="0" presId="urn:microsoft.com/office/officeart/2018/5/layout/IconCircleLabelList"/>
    <dgm:cxn modelId="{213A69A0-5E29-4675-AA92-0B0430748051}" type="presParOf" srcId="{3D413938-4DC7-4601-878A-0675BE2086D0}" destId="{62B4F2F3-8105-4A08-8FD4-D390401B6445}" srcOrd="2" destOrd="0" presId="urn:microsoft.com/office/officeart/2018/5/layout/IconCircleLabelList"/>
    <dgm:cxn modelId="{B355C365-8268-4728-8704-A9B6AE6AE0AB}" type="presParOf" srcId="{3D413938-4DC7-4601-878A-0675BE2086D0}" destId="{C0A133EF-9209-407D-8868-BBDCB3F638DB}" srcOrd="3" destOrd="0" presId="urn:microsoft.com/office/officeart/2018/5/layout/IconCircleLabelList"/>
    <dgm:cxn modelId="{03BC0B38-A085-48E8-A6AC-87B9E4B49D52}" type="presParOf" srcId="{310AB462-AFC0-40C8-8FD1-94B9AAF53374}" destId="{54EF2E8C-AA8D-40BA-929B-8C850FB9093A}" srcOrd="7" destOrd="0" presId="urn:microsoft.com/office/officeart/2018/5/layout/IconCircleLabelList"/>
    <dgm:cxn modelId="{10D252CF-BAAA-4EF4-A267-BD61AE975557}" type="presParOf" srcId="{310AB462-AFC0-40C8-8FD1-94B9AAF53374}" destId="{6A64D555-CA49-47E3-8ABD-C58B0E0EB1A0}" srcOrd="8" destOrd="0" presId="urn:microsoft.com/office/officeart/2018/5/layout/IconCircleLabelList"/>
    <dgm:cxn modelId="{8B09A3F5-C0DB-4508-9E07-B26AED547226}" type="presParOf" srcId="{6A64D555-CA49-47E3-8ABD-C58B0E0EB1A0}" destId="{A12818E3-FFB9-4A3E-B05D-2AF778B8E0ED}" srcOrd="0" destOrd="0" presId="urn:microsoft.com/office/officeart/2018/5/layout/IconCircleLabelList"/>
    <dgm:cxn modelId="{A845E47A-09F2-4010-A87A-31561901F8FA}" type="presParOf" srcId="{6A64D555-CA49-47E3-8ABD-C58B0E0EB1A0}" destId="{420BB11D-039D-47E5-85F2-BD81AAB8F966}" srcOrd="1" destOrd="0" presId="urn:microsoft.com/office/officeart/2018/5/layout/IconCircleLabelList"/>
    <dgm:cxn modelId="{CEA3634D-EEE9-4436-A30A-3B4E773BD185}" type="presParOf" srcId="{6A64D555-CA49-47E3-8ABD-C58B0E0EB1A0}" destId="{0B394EAB-8647-4C47-BEF3-3CBCA74EB12D}" srcOrd="2" destOrd="0" presId="urn:microsoft.com/office/officeart/2018/5/layout/IconCircleLabelList"/>
    <dgm:cxn modelId="{5EA9F712-F6AE-4D3E-8579-C87F75088C74}" type="presParOf" srcId="{6A64D555-CA49-47E3-8ABD-C58B0E0EB1A0}" destId="{189C1A71-AEA5-49F9-9C26-D87C7775FDD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73CE6A-693F-49C9-981A-3D16BC42538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DE21F9F-B575-4376-8C6B-488A52EA10E2}">
      <dgm:prSet/>
      <dgm:spPr/>
      <dgm:t>
        <a:bodyPr/>
        <a:lstStyle/>
        <a:p>
          <a:pPr>
            <a:defRPr cap="all"/>
          </a:pPr>
          <a:r>
            <a:rPr lang="en-US"/>
            <a:t>Each labeled rectangle is a clickable hot-spot.</a:t>
          </a:r>
        </a:p>
      </dgm:t>
    </dgm:pt>
    <dgm:pt modelId="{A17E68D7-EC3D-4BD2-923A-FB1A504266E1}" type="parTrans" cxnId="{22A94311-DFAE-4BEB-B838-4EAF2FDE1627}">
      <dgm:prSet/>
      <dgm:spPr/>
      <dgm:t>
        <a:bodyPr/>
        <a:lstStyle/>
        <a:p>
          <a:endParaRPr lang="en-US"/>
        </a:p>
      </dgm:t>
    </dgm:pt>
    <dgm:pt modelId="{93ADC8E2-1BA4-49DD-B6AF-75D88B656AF0}" type="sibTrans" cxnId="{22A94311-DFAE-4BEB-B838-4EAF2FDE1627}">
      <dgm:prSet/>
      <dgm:spPr/>
      <dgm:t>
        <a:bodyPr/>
        <a:lstStyle/>
        <a:p>
          <a:endParaRPr lang="en-US"/>
        </a:p>
      </dgm:t>
    </dgm:pt>
    <dgm:pt modelId="{D18BF201-EDE5-419B-8460-EF80588B4A34}">
      <dgm:prSet/>
      <dgm:spPr/>
      <dgm:t>
        <a:bodyPr/>
        <a:lstStyle/>
        <a:p>
          <a:pPr>
            <a:defRPr cap="all"/>
          </a:pPr>
          <a:r>
            <a:rPr lang="en-US"/>
            <a:t>Click polar_point → editor jumps to ENTITY polar_point in the same schema.</a:t>
          </a:r>
        </a:p>
      </dgm:t>
    </dgm:pt>
    <dgm:pt modelId="{11EEF677-9650-4134-970A-68EAD94A77F4}" type="parTrans" cxnId="{9B630D4A-CE53-46AA-A781-943B709B343A}">
      <dgm:prSet/>
      <dgm:spPr/>
      <dgm:t>
        <a:bodyPr/>
        <a:lstStyle/>
        <a:p>
          <a:endParaRPr lang="en-US"/>
        </a:p>
      </dgm:t>
    </dgm:pt>
    <dgm:pt modelId="{D0E55C5C-14CA-437D-A5B4-0EDA7C6DE325}" type="sibTrans" cxnId="{9B630D4A-CE53-46AA-A781-943B709B343A}">
      <dgm:prSet/>
      <dgm:spPr/>
      <dgm:t>
        <a:bodyPr/>
        <a:lstStyle/>
        <a:p>
          <a:endParaRPr lang="en-US"/>
        </a:p>
      </dgm:t>
    </dgm:pt>
    <dgm:pt modelId="{F456DC70-46EF-4912-9339-D43DA4E5D3A1}">
      <dgm:prSet/>
      <dgm:spPr/>
      <dgm:t>
        <a:bodyPr/>
        <a:lstStyle/>
        <a:p>
          <a:pPr>
            <a:defRPr cap="all"/>
          </a:pPr>
          <a:r>
            <a:rPr lang="en-US"/>
            <a:t>Click cartesian_point → same: jumps to its definition.</a:t>
          </a:r>
        </a:p>
      </dgm:t>
    </dgm:pt>
    <dgm:pt modelId="{A1084FB1-22E5-4B96-B5EB-7E84EE886BF7}" type="parTrans" cxnId="{4F73DF82-E375-4500-9FE1-E48F551353F7}">
      <dgm:prSet/>
      <dgm:spPr/>
      <dgm:t>
        <a:bodyPr/>
        <a:lstStyle/>
        <a:p>
          <a:endParaRPr lang="en-US"/>
        </a:p>
      </dgm:t>
    </dgm:pt>
    <dgm:pt modelId="{0FD4ED38-F55D-4B43-BA09-72DE045DDC4D}" type="sibTrans" cxnId="{4F73DF82-E375-4500-9FE1-E48F551353F7}">
      <dgm:prSet/>
      <dgm:spPr/>
      <dgm:t>
        <a:bodyPr/>
        <a:lstStyle/>
        <a:p>
          <a:endParaRPr lang="en-US"/>
        </a:p>
      </dgm:t>
    </dgm:pt>
    <dgm:pt modelId="{15E2A3C9-5179-48A4-AF06-00471D5BBE82}">
      <dgm:prSet/>
      <dgm:spPr/>
      <dgm:t>
        <a:bodyPr/>
        <a:lstStyle/>
        <a:p>
          <a:pPr>
            <a:defRPr cap="all"/>
          </a:pPr>
          <a:r>
            <a:rPr lang="en-US"/>
            <a:t>Click an entity from another schema → cross-schema navigation works too.</a:t>
          </a:r>
        </a:p>
      </dgm:t>
    </dgm:pt>
    <dgm:pt modelId="{39268482-1686-4905-B660-897FDDF75584}" type="parTrans" cxnId="{30C80767-E7ED-4F51-A828-431E825838C5}">
      <dgm:prSet/>
      <dgm:spPr/>
      <dgm:t>
        <a:bodyPr/>
        <a:lstStyle/>
        <a:p>
          <a:endParaRPr lang="en-US"/>
        </a:p>
      </dgm:t>
    </dgm:pt>
    <dgm:pt modelId="{65D975CE-4FF0-4DE1-9B83-8F6CC78470F9}" type="sibTrans" cxnId="{30C80767-E7ED-4F51-A828-431E825838C5}">
      <dgm:prSet/>
      <dgm:spPr/>
      <dgm:t>
        <a:bodyPr/>
        <a:lstStyle/>
        <a:p>
          <a:endParaRPr lang="en-US"/>
        </a:p>
      </dgm:t>
    </dgm:pt>
    <dgm:pt modelId="{AA55EA6C-39B7-46D7-86B6-F78F122DECCF}">
      <dgm:prSet/>
      <dgm:spPr/>
      <dgm:t>
        <a:bodyPr/>
        <a:lstStyle/>
        <a:p>
          <a:pPr>
            <a:defRPr cap="all"/>
          </a:pPr>
          <a:r>
            <a:rPr lang="en-US"/>
            <a:t>If the target isn't in any open .exp, you'll see "no definition found".</a:t>
          </a:r>
        </a:p>
      </dgm:t>
    </dgm:pt>
    <dgm:pt modelId="{F9EB6E5A-C3E9-4AAD-8BBB-B92C942D1041}" type="parTrans" cxnId="{33D1C0F4-EFBA-4672-A259-F0274F2D69CF}">
      <dgm:prSet/>
      <dgm:spPr/>
      <dgm:t>
        <a:bodyPr/>
        <a:lstStyle/>
        <a:p>
          <a:endParaRPr lang="en-US"/>
        </a:p>
      </dgm:t>
    </dgm:pt>
    <dgm:pt modelId="{31924B48-90B8-4D27-A74E-FA50246D8F26}" type="sibTrans" cxnId="{33D1C0F4-EFBA-4672-A259-F0274F2D69CF}">
      <dgm:prSet/>
      <dgm:spPr/>
      <dgm:t>
        <a:bodyPr/>
        <a:lstStyle/>
        <a:p>
          <a:endParaRPr lang="en-US"/>
        </a:p>
      </dgm:t>
    </dgm:pt>
    <dgm:pt modelId="{C079C706-1F66-47EC-A983-09FA6FF5816B}" type="pres">
      <dgm:prSet presAssocID="{1173CE6A-693F-49C9-981A-3D16BC425382}" presName="root" presStyleCnt="0">
        <dgm:presLayoutVars>
          <dgm:dir/>
          <dgm:resizeHandles val="exact"/>
        </dgm:presLayoutVars>
      </dgm:prSet>
      <dgm:spPr/>
    </dgm:pt>
    <dgm:pt modelId="{F602C121-5EB6-4709-B42A-BAD19852E838}" type="pres">
      <dgm:prSet presAssocID="{5DE21F9F-B575-4376-8C6B-488A52EA10E2}" presName="compNode" presStyleCnt="0"/>
      <dgm:spPr/>
    </dgm:pt>
    <dgm:pt modelId="{3BD16A5E-E181-4A5E-A433-98EEFF0209E9}" type="pres">
      <dgm:prSet presAssocID="{5DE21F9F-B575-4376-8C6B-488A52EA10E2}" presName="iconBgRect" presStyleLbl="bgShp" presStyleIdx="0" presStyleCnt="5"/>
      <dgm:spPr/>
    </dgm:pt>
    <dgm:pt modelId="{B60267EB-42C9-4143-94CC-91781608A412}" type="pres">
      <dgm:prSet presAssocID="{5DE21F9F-B575-4376-8C6B-488A52EA10E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ap"/>
        </a:ext>
      </dgm:extLst>
    </dgm:pt>
    <dgm:pt modelId="{1C9316D0-BDFD-49A5-9BFC-9D3CED2AAE59}" type="pres">
      <dgm:prSet presAssocID="{5DE21F9F-B575-4376-8C6B-488A52EA10E2}" presName="spaceRect" presStyleCnt="0"/>
      <dgm:spPr/>
    </dgm:pt>
    <dgm:pt modelId="{5238117D-736A-4A86-B9E9-F12F0ABCA29D}" type="pres">
      <dgm:prSet presAssocID="{5DE21F9F-B575-4376-8C6B-488A52EA10E2}" presName="textRect" presStyleLbl="revTx" presStyleIdx="0" presStyleCnt="5">
        <dgm:presLayoutVars>
          <dgm:chMax val="1"/>
          <dgm:chPref val="1"/>
        </dgm:presLayoutVars>
      </dgm:prSet>
      <dgm:spPr/>
    </dgm:pt>
    <dgm:pt modelId="{E4D2D037-8A58-4EAA-916C-E8D7DB7FA6FC}" type="pres">
      <dgm:prSet presAssocID="{93ADC8E2-1BA4-49DD-B6AF-75D88B656AF0}" presName="sibTrans" presStyleCnt="0"/>
      <dgm:spPr/>
    </dgm:pt>
    <dgm:pt modelId="{D1E6BF8F-932F-443C-9369-FE694BDCF0E1}" type="pres">
      <dgm:prSet presAssocID="{D18BF201-EDE5-419B-8460-EF80588B4A34}" presName="compNode" presStyleCnt="0"/>
      <dgm:spPr/>
    </dgm:pt>
    <dgm:pt modelId="{296F4C24-AD71-4B7F-A1F2-A3EB24D34A4B}" type="pres">
      <dgm:prSet presAssocID="{D18BF201-EDE5-419B-8460-EF80588B4A34}" presName="iconBgRect" presStyleLbl="bgShp" presStyleIdx="1" presStyleCnt="5"/>
      <dgm:spPr/>
    </dgm:pt>
    <dgm:pt modelId="{FE006C11-99F0-4E36-B7A7-2F8072E2B070}" type="pres">
      <dgm:prSet presAssocID="{D18BF201-EDE5-419B-8460-EF80588B4A3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027E74E2-0211-4B95-B010-7B34A98DBD96}" type="pres">
      <dgm:prSet presAssocID="{D18BF201-EDE5-419B-8460-EF80588B4A34}" presName="spaceRect" presStyleCnt="0"/>
      <dgm:spPr/>
    </dgm:pt>
    <dgm:pt modelId="{35DC7FD9-E1B6-48C8-BF89-E5E5A976B31F}" type="pres">
      <dgm:prSet presAssocID="{D18BF201-EDE5-419B-8460-EF80588B4A34}" presName="textRect" presStyleLbl="revTx" presStyleIdx="1" presStyleCnt="5">
        <dgm:presLayoutVars>
          <dgm:chMax val="1"/>
          <dgm:chPref val="1"/>
        </dgm:presLayoutVars>
      </dgm:prSet>
      <dgm:spPr/>
    </dgm:pt>
    <dgm:pt modelId="{B8CC85AD-8F63-49AE-A6E3-CC4715ED5A92}" type="pres">
      <dgm:prSet presAssocID="{D0E55C5C-14CA-437D-A5B4-0EDA7C6DE325}" presName="sibTrans" presStyleCnt="0"/>
      <dgm:spPr/>
    </dgm:pt>
    <dgm:pt modelId="{42D839A1-6BA3-41FB-A431-D8E9C5B2E42B}" type="pres">
      <dgm:prSet presAssocID="{F456DC70-46EF-4912-9339-D43DA4E5D3A1}" presName="compNode" presStyleCnt="0"/>
      <dgm:spPr/>
    </dgm:pt>
    <dgm:pt modelId="{7B1DBF4A-FCA1-4CE4-8391-4E483470FCC6}" type="pres">
      <dgm:prSet presAssocID="{F456DC70-46EF-4912-9339-D43DA4E5D3A1}" presName="iconBgRect" presStyleLbl="bgShp" presStyleIdx="2" presStyleCnt="5"/>
      <dgm:spPr/>
    </dgm:pt>
    <dgm:pt modelId="{797D6020-654F-4D2D-9C0D-F824B8CD6C83}" type="pres">
      <dgm:prSet presAssocID="{F456DC70-46EF-4912-9339-D43DA4E5D3A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FB4ADC46-1B07-4F36-9D98-A5462CDC4248}" type="pres">
      <dgm:prSet presAssocID="{F456DC70-46EF-4912-9339-D43DA4E5D3A1}" presName="spaceRect" presStyleCnt="0"/>
      <dgm:spPr/>
    </dgm:pt>
    <dgm:pt modelId="{D993B662-3DC6-46D4-B3AE-8E6DC5649276}" type="pres">
      <dgm:prSet presAssocID="{F456DC70-46EF-4912-9339-D43DA4E5D3A1}" presName="textRect" presStyleLbl="revTx" presStyleIdx="2" presStyleCnt="5">
        <dgm:presLayoutVars>
          <dgm:chMax val="1"/>
          <dgm:chPref val="1"/>
        </dgm:presLayoutVars>
      </dgm:prSet>
      <dgm:spPr/>
    </dgm:pt>
    <dgm:pt modelId="{39987763-C47E-4E66-922E-B07EF845C534}" type="pres">
      <dgm:prSet presAssocID="{0FD4ED38-F55D-4B43-BA09-72DE045DDC4D}" presName="sibTrans" presStyleCnt="0"/>
      <dgm:spPr/>
    </dgm:pt>
    <dgm:pt modelId="{DE4A6A75-4EB0-42CF-81A5-79201AF4E1CC}" type="pres">
      <dgm:prSet presAssocID="{15E2A3C9-5179-48A4-AF06-00471D5BBE82}" presName="compNode" presStyleCnt="0"/>
      <dgm:spPr/>
    </dgm:pt>
    <dgm:pt modelId="{1C0E6E20-15E9-4DF4-A0A9-D5C3FD8EF7D4}" type="pres">
      <dgm:prSet presAssocID="{15E2A3C9-5179-48A4-AF06-00471D5BBE82}" presName="iconBgRect" presStyleLbl="bgShp" presStyleIdx="3" presStyleCnt="5"/>
      <dgm:spPr/>
    </dgm:pt>
    <dgm:pt modelId="{728991A6-7267-4E4C-B31E-05E0D80482AA}" type="pres">
      <dgm:prSet presAssocID="{15E2A3C9-5179-48A4-AF06-00471D5BBE8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4DFC0A8-AD76-4991-BC5E-2AEF02076C1F}" type="pres">
      <dgm:prSet presAssocID="{15E2A3C9-5179-48A4-AF06-00471D5BBE82}" presName="spaceRect" presStyleCnt="0"/>
      <dgm:spPr/>
    </dgm:pt>
    <dgm:pt modelId="{A55A14EA-29E9-4391-8D1F-78A91229C820}" type="pres">
      <dgm:prSet presAssocID="{15E2A3C9-5179-48A4-AF06-00471D5BBE82}" presName="textRect" presStyleLbl="revTx" presStyleIdx="3" presStyleCnt="5">
        <dgm:presLayoutVars>
          <dgm:chMax val="1"/>
          <dgm:chPref val="1"/>
        </dgm:presLayoutVars>
      </dgm:prSet>
      <dgm:spPr/>
    </dgm:pt>
    <dgm:pt modelId="{C8388C73-C309-4386-9AE7-554B97EFD307}" type="pres">
      <dgm:prSet presAssocID="{65D975CE-4FF0-4DE1-9B83-8F6CC78470F9}" presName="sibTrans" presStyleCnt="0"/>
      <dgm:spPr/>
    </dgm:pt>
    <dgm:pt modelId="{847B4FAB-FA5A-4026-BF3A-4E0495A6F07C}" type="pres">
      <dgm:prSet presAssocID="{AA55EA6C-39B7-46D7-86B6-F78F122DECCF}" presName="compNode" presStyleCnt="0"/>
      <dgm:spPr/>
    </dgm:pt>
    <dgm:pt modelId="{D583F0A2-4A3A-4987-8490-715624CA5300}" type="pres">
      <dgm:prSet presAssocID="{AA55EA6C-39B7-46D7-86B6-F78F122DECCF}" presName="iconBgRect" presStyleLbl="bgShp" presStyleIdx="4" presStyleCnt="5"/>
      <dgm:spPr/>
    </dgm:pt>
    <dgm:pt modelId="{40C050E1-A0B9-414B-82C4-2FCA6B303FBD}" type="pres">
      <dgm:prSet presAssocID="{AA55EA6C-39B7-46D7-86B6-F78F122DECC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3B49D314-D3CC-4C05-9FCF-9B99D781684E}" type="pres">
      <dgm:prSet presAssocID="{AA55EA6C-39B7-46D7-86B6-F78F122DECCF}" presName="spaceRect" presStyleCnt="0"/>
      <dgm:spPr/>
    </dgm:pt>
    <dgm:pt modelId="{393DF225-2DF9-4F1A-987F-F0283EC93AFA}" type="pres">
      <dgm:prSet presAssocID="{AA55EA6C-39B7-46D7-86B6-F78F122DECC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2A94311-DFAE-4BEB-B838-4EAF2FDE1627}" srcId="{1173CE6A-693F-49C9-981A-3D16BC425382}" destId="{5DE21F9F-B575-4376-8C6B-488A52EA10E2}" srcOrd="0" destOrd="0" parTransId="{A17E68D7-EC3D-4BD2-923A-FB1A504266E1}" sibTransId="{93ADC8E2-1BA4-49DD-B6AF-75D88B656AF0}"/>
    <dgm:cxn modelId="{B137C543-E176-468A-8F6F-935F92087D23}" type="presOf" srcId="{15E2A3C9-5179-48A4-AF06-00471D5BBE82}" destId="{A55A14EA-29E9-4391-8D1F-78A91229C820}" srcOrd="0" destOrd="0" presId="urn:microsoft.com/office/officeart/2018/5/layout/IconCircleLabelList"/>
    <dgm:cxn modelId="{9B630D4A-CE53-46AA-A781-943B709B343A}" srcId="{1173CE6A-693F-49C9-981A-3D16BC425382}" destId="{D18BF201-EDE5-419B-8460-EF80588B4A34}" srcOrd="1" destOrd="0" parTransId="{11EEF677-9650-4134-970A-68EAD94A77F4}" sibTransId="{D0E55C5C-14CA-437D-A5B4-0EDA7C6DE325}"/>
    <dgm:cxn modelId="{30C80767-E7ED-4F51-A828-431E825838C5}" srcId="{1173CE6A-693F-49C9-981A-3D16BC425382}" destId="{15E2A3C9-5179-48A4-AF06-00471D5BBE82}" srcOrd="3" destOrd="0" parTransId="{39268482-1686-4905-B660-897FDDF75584}" sibTransId="{65D975CE-4FF0-4DE1-9B83-8F6CC78470F9}"/>
    <dgm:cxn modelId="{09DA7B73-660C-4737-AE17-576F13DEA67E}" type="presOf" srcId="{F456DC70-46EF-4912-9339-D43DA4E5D3A1}" destId="{D993B662-3DC6-46D4-B3AE-8E6DC5649276}" srcOrd="0" destOrd="0" presId="urn:microsoft.com/office/officeart/2018/5/layout/IconCircleLabelList"/>
    <dgm:cxn modelId="{4F73DF82-E375-4500-9FE1-E48F551353F7}" srcId="{1173CE6A-693F-49C9-981A-3D16BC425382}" destId="{F456DC70-46EF-4912-9339-D43DA4E5D3A1}" srcOrd="2" destOrd="0" parTransId="{A1084FB1-22E5-4B96-B5EB-7E84EE886BF7}" sibTransId="{0FD4ED38-F55D-4B43-BA09-72DE045DDC4D}"/>
    <dgm:cxn modelId="{AFAE7D92-83BA-44F3-B759-E4391773BFCB}" type="presOf" srcId="{1173CE6A-693F-49C9-981A-3D16BC425382}" destId="{C079C706-1F66-47EC-A983-09FA6FF5816B}" srcOrd="0" destOrd="0" presId="urn:microsoft.com/office/officeart/2018/5/layout/IconCircleLabelList"/>
    <dgm:cxn modelId="{1E588AAA-236F-4E46-B44B-FDB0643DA93E}" type="presOf" srcId="{D18BF201-EDE5-419B-8460-EF80588B4A34}" destId="{35DC7FD9-E1B6-48C8-BF89-E5E5A976B31F}" srcOrd="0" destOrd="0" presId="urn:microsoft.com/office/officeart/2018/5/layout/IconCircleLabelList"/>
    <dgm:cxn modelId="{1D1B54D8-EBE1-443D-A197-6AA4E9C72236}" type="presOf" srcId="{5DE21F9F-B575-4376-8C6B-488A52EA10E2}" destId="{5238117D-736A-4A86-B9E9-F12F0ABCA29D}" srcOrd="0" destOrd="0" presId="urn:microsoft.com/office/officeart/2018/5/layout/IconCircleLabelList"/>
    <dgm:cxn modelId="{57E9A2EB-C515-4155-92CA-49643EDA083C}" type="presOf" srcId="{AA55EA6C-39B7-46D7-86B6-F78F122DECCF}" destId="{393DF225-2DF9-4F1A-987F-F0283EC93AFA}" srcOrd="0" destOrd="0" presId="urn:microsoft.com/office/officeart/2018/5/layout/IconCircleLabelList"/>
    <dgm:cxn modelId="{33D1C0F4-EFBA-4672-A259-F0274F2D69CF}" srcId="{1173CE6A-693F-49C9-981A-3D16BC425382}" destId="{AA55EA6C-39B7-46D7-86B6-F78F122DECCF}" srcOrd="4" destOrd="0" parTransId="{F9EB6E5A-C3E9-4AAD-8BBB-B92C942D1041}" sibTransId="{31924B48-90B8-4D27-A74E-FA50246D8F26}"/>
    <dgm:cxn modelId="{B23C8981-7971-4CFE-BFDF-3F462C26CC08}" type="presParOf" srcId="{C079C706-1F66-47EC-A983-09FA6FF5816B}" destId="{F602C121-5EB6-4709-B42A-BAD19852E838}" srcOrd="0" destOrd="0" presId="urn:microsoft.com/office/officeart/2018/5/layout/IconCircleLabelList"/>
    <dgm:cxn modelId="{040ED529-7C81-4912-A03F-B6925EB010A5}" type="presParOf" srcId="{F602C121-5EB6-4709-B42A-BAD19852E838}" destId="{3BD16A5E-E181-4A5E-A433-98EEFF0209E9}" srcOrd="0" destOrd="0" presId="urn:microsoft.com/office/officeart/2018/5/layout/IconCircleLabelList"/>
    <dgm:cxn modelId="{BEC674CE-CEC5-4FD3-B3F4-81493A5BFC36}" type="presParOf" srcId="{F602C121-5EB6-4709-B42A-BAD19852E838}" destId="{B60267EB-42C9-4143-94CC-91781608A412}" srcOrd="1" destOrd="0" presId="urn:microsoft.com/office/officeart/2018/5/layout/IconCircleLabelList"/>
    <dgm:cxn modelId="{1DA7AA51-E43F-46D3-B7FD-89A4133B011E}" type="presParOf" srcId="{F602C121-5EB6-4709-B42A-BAD19852E838}" destId="{1C9316D0-BDFD-49A5-9BFC-9D3CED2AAE59}" srcOrd="2" destOrd="0" presId="urn:microsoft.com/office/officeart/2018/5/layout/IconCircleLabelList"/>
    <dgm:cxn modelId="{A243C828-309F-4156-9186-2C3C1A503556}" type="presParOf" srcId="{F602C121-5EB6-4709-B42A-BAD19852E838}" destId="{5238117D-736A-4A86-B9E9-F12F0ABCA29D}" srcOrd="3" destOrd="0" presId="urn:microsoft.com/office/officeart/2018/5/layout/IconCircleLabelList"/>
    <dgm:cxn modelId="{99CE668C-B127-413C-A01A-809601E3C061}" type="presParOf" srcId="{C079C706-1F66-47EC-A983-09FA6FF5816B}" destId="{E4D2D037-8A58-4EAA-916C-E8D7DB7FA6FC}" srcOrd="1" destOrd="0" presId="urn:microsoft.com/office/officeart/2018/5/layout/IconCircleLabelList"/>
    <dgm:cxn modelId="{40AF7D83-6895-402C-B7DF-FE1D4E60C590}" type="presParOf" srcId="{C079C706-1F66-47EC-A983-09FA6FF5816B}" destId="{D1E6BF8F-932F-443C-9369-FE694BDCF0E1}" srcOrd="2" destOrd="0" presId="urn:microsoft.com/office/officeart/2018/5/layout/IconCircleLabelList"/>
    <dgm:cxn modelId="{136731F5-2D53-4AC1-A78A-7874762AC924}" type="presParOf" srcId="{D1E6BF8F-932F-443C-9369-FE694BDCF0E1}" destId="{296F4C24-AD71-4B7F-A1F2-A3EB24D34A4B}" srcOrd="0" destOrd="0" presId="urn:microsoft.com/office/officeart/2018/5/layout/IconCircleLabelList"/>
    <dgm:cxn modelId="{61FF9073-0DC4-4570-94D4-B551BAF483D1}" type="presParOf" srcId="{D1E6BF8F-932F-443C-9369-FE694BDCF0E1}" destId="{FE006C11-99F0-4E36-B7A7-2F8072E2B070}" srcOrd="1" destOrd="0" presId="urn:microsoft.com/office/officeart/2018/5/layout/IconCircleLabelList"/>
    <dgm:cxn modelId="{CE5D748A-9A71-4FD0-A7E8-C04EAD2AE33D}" type="presParOf" srcId="{D1E6BF8F-932F-443C-9369-FE694BDCF0E1}" destId="{027E74E2-0211-4B95-B010-7B34A98DBD96}" srcOrd="2" destOrd="0" presId="urn:microsoft.com/office/officeart/2018/5/layout/IconCircleLabelList"/>
    <dgm:cxn modelId="{BB57B560-504B-4F92-83A8-10F34383FC3D}" type="presParOf" srcId="{D1E6BF8F-932F-443C-9369-FE694BDCF0E1}" destId="{35DC7FD9-E1B6-48C8-BF89-E5E5A976B31F}" srcOrd="3" destOrd="0" presId="urn:microsoft.com/office/officeart/2018/5/layout/IconCircleLabelList"/>
    <dgm:cxn modelId="{F501396F-9058-4DE8-887A-91277EC7422F}" type="presParOf" srcId="{C079C706-1F66-47EC-A983-09FA6FF5816B}" destId="{B8CC85AD-8F63-49AE-A6E3-CC4715ED5A92}" srcOrd="3" destOrd="0" presId="urn:microsoft.com/office/officeart/2018/5/layout/IconCircleLabelList"/>
    <dgm:cxn modelId="{189A26F3-568A-454F-841B-843B8BBD03C3}" type="presParOf" srcId="{C079C706-1F66-47EC-A983-09FA6FF5816B}" destId="{42D839A1-6BA3-41FB-A431-D8E9C5B2E42B}" srcOrd="4" destOrd="0" presId="urn:microsoft.com/office/officeart/2018/5/layout/IconCircleLabelList"/>
    <dgm:cxn modelId="{EB7B71E5-9085-49A2-81EA-D20F6FC75B49}" type="presParOf" srcId="{42D839A1-6BA3-41FB-A431-D8E9C5B2E42B}" destId="{7B1DBF4A-FCA1-4CE4-8391-4E483470FCC6}" srcOrd="0" destOrd="0" presId="urn:microsoft.com/office/officeart/2018/5/layout/IconCircleLabelList"/>
    <dgm:cxn modelId="{9FEFC3C3-3741-4F29-AC85-5FD341A0BBE8}" type="presParOf" srcId="{42D839A1-6BA3-41FB-A431-D8E9C5B2E42B}" destId="{797D6020-654F-4D2D-9C0D-F824B8CD6C83}" srcOrd="1" destOrd="0" presId="urn:microsoft.com/office/officeart/2018/5/layout/IconCircleLabelList"/>
    <dgm:cxn modelId="{A0BEF847-BDA8-452A-9535-BB522A444136}" type="presParOf" srcId="{42D839A1-6BA3-41FB-A431-D8E9C5B2E42B}" destId="{FB4ADC46-1B07-4F36-9D98-A5462CDC4248}" srcOrd="2" destOrd="0" presId="urn:microsoft.com/office/officeart/2018/5/layout/IconCircleLabelList"/>
    <dgm:cxn modelId="{A5887C27-2E32-47F9-9E97-A70EC6F9521D}" type="presParOf" srcId="{42D839A1-6BA3-41FB-A431-D8E9C5B2E42B}" destId="{D993B662-3DC6-46D4-B3AE-8E6DC5649276}" srcOrd="3" destOrd="0" presId="urn:microsoft.com/office/officeart/2018/5/layout/IconCircleLabelList"/>
    <dgm:cxn modelId="{8B749746-95B4-4F88-AA1A-1D1673705D5F}" type="presParOf" srcId="{C079C706-1F66-47EC-A983-09FA6FF5816B}" destId="{39987763-C47E-4E66-922E-B07EF845C534}" srcOrd="5" destOrd="0" presId="urn:microsoft.com/office/officeart/2018/5/layout/IconCircleLabelList"/>
    <dgm:cxn modelId="{EACF3AF0-C99E-487E-B450-3A482D8DDD09}" type="presParOf" srcId="{C079C706-1F66-47EC-A983-09FA6FF5816B}" destId="{DE4A6A75-4EB0-42CF-81A5-79201AF4E1CC}" srcOrd="6" destOrd="0" presId="urn:microsoft.com/office/officeart/2018/5/layout/IconCircleLabelList"/>
    <dgm:cxn modelId="{A3E1E8C7-8E40-42D8-80D7-EC9B6FAFB843}" type="presParOf" srcId="{DE4A6A75-4EB0-42CF-81A5-79201AF4E1CC}" destId="{1C0E6E20-15E9-4DF4-A0A9-D5C3FD8EF7D4}" srcOrd="0" destOrd="0" presId="urn:microsoft.com/office/officeart/2018/5/layout/IconCircleLabelList"/>
    <dgm:cxn modelId="{1AE1E130-E9EA-4C56-8F71-C69C612C96FE}" type="presParOf" srcId="{DE4A6A75-4EB0-42CF-81A5-79201AF4E1CC}" destId="{728991A6-7267-4E4C-B31E-05E0D80482AA}" srcOrd="1" destOrd="0" presId="urn:microsoft.com/office/officeart/2018/5/layout/IconCircleLabelList"/>
    <dgm:cxn modelId="{B8BD2B83-367E-447B-8501-629305558031}" type="presParOf" srcId="{DE4A6A75-4EB0-42CF-81A5-79201AF4E1CC}" destId="{24DFC0A8-AD76-4991-BC5E-2AEF02076C1F}" srcOrd="2" destOrd="0" presId="urn:microsoft.com/office/officeart/2018/5/layout/IconCircleLabelList"/>
    <dgm:cxn modelId="{69C04A89-6153-48D2-B7FC-BD0BDCFF202B}" type="presParOf" srcId="{DE4A6A75-4EB0-42CF-81A5-79201AF4E1CC}" destId="{A55A14EA-29E9-4391-8D1F-78A91229C820}" srcOrd="3" destOrd="0" presId="urn:microsoft.com/office/officeart/2018/5/layout/IconCircleLabelList"/>
    <dgm:cxn modelId="{502FB7BC-B8A2-4050-A63E-FFB1311F9361}" type="presParOf" srcId="{C079C706-1F66-47EC-A983-09FA6FF5816B}" destId="{C8388C73-C309-4386-9AE7-554B97EFD307}" srcOrd="7" destOrd="0" presId="urn:microsoft.com/office/officeart/2018/5/layout/IconCircleLabelList"/>
    <dgm:cxn modelId="{EF36AE15-25E9-424B-9708-637620D20573}" type="presParOf" srcId="{C079C706-1F66-47EC-A983-09FA6FF5816B}" destId="{847B4FAB-FA5A-4026-BF3A-4E0495A6F07C}" srcOrd="8" destOrd="0" presId="urn:microsoft.com/office/officeart/2018/5/layout/IconCircleLabelList"/>
    <dgm:cxn modelId="{C94DF3E3-FD86-4938-ACA9-852F5C24970A}" type="presParOf" srcId="{847B4FAB-FA5A-4026-BF3A-4E0495A6F07C}" destId="{D583F0A2-4A3A-4987-8490-715624CA5300}" srcOrd="0" destOrd="0" presId="urn:microsoft.com/office/officeart/2018/5/layout/IconCircleLabelList"/>
    <dgm:cxn modelId="{1B7B8EA8-EC40-47BC-BB1C-8F9A45446BD4}" type="presParOf" srcId="{847B4FAB-FA5A-4026-BF3A-4E0495A6F07C}" destId="{40C050E1-A0B9-414B-82C4-2FCA6B303FBD}" srcOrd="1" destOrd="0" presId="urn:microsoft.com/office/officeart/2018/5/layout/IconCircleLabelList"/>
    <dgm:cxn modelId="{80C6D99B-3C18-49A6-8E56-F64B71FCBF0A}" type="presParOf" srcId="{847B4FAB-FA5A-4026-BF3A-4E0495A6F07C}" destId="{3B49D314-D3CC-4C05-9FCF-9B99D781684E}" srcOrd="2" destOrd="0" presId="urn:microsoft.com/office/officeart/2018/5/layout/IconCircleLabelList"/>
    <dgm:cxn modelId="{DBB2FEB8-83D3-47F5-B07C-88B6A0E4EA59}" type="presParOf" srcId="{847B4FAB-FA5A-4026-BF3A-4E0495A6F07C}" destId="{393DF225-2DF9-4F1A-987F-F0283EC93AF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0EBDEB-AB39-4DD7-BA42-9D709C502FE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E5D138A-B6A5-47CD-92B7-D95179CD42A7}">
      <dgm:prSet/>
      <dgm:spPr/>
      <dgm:t>
        <a:bodyPr/>
        <a:lstStyle/>
        <a:p>
          <a:r>
            <a:rPr lang="en-US"/>
            <a:t>Type your AsciiMath in the left pane (live render on the right).</a:t>
          </a:r>
        </a:p>
      </dgm:t>
    </dgm:pt>
    <dgm:pt modelId="{C7972202-E458-44D4-A1DB-4C5284EBDE37}" type="parTrans" cxnId="{5A43C9DF-9234-4DCC-AB0D-F9B95AB1E242}">
      <dgm:prSet/>
      <dgm:spPr/>
      <dgm:t>
        <a:bodyPr/>
        <a:lstStyle/>
        <a:p>
          <a:endParaRPr lang="en-US"/>
        </a:p>
      </dgm:t>
    </dgm:pt>
    <dgm:pt modelId="{FFCF819A-F88B-452B-8EAA-03FDDF415253}" type="sibTrans" cxnId="{5A43C9DF-9234-4DCC-AB0D-F9B95AB1E242}">
      <dgm:prSet/>
      <dgm:spPr/>
      <dgm:t>
        <a:bodyPr/>
        <a:lstStyle/>
        <a:p>
          <a:endParaRPr lang="en-US"/>
        </a:p>
      </dgm:t>
    </dgm:pt>
    <dgm:pt modelId="{10E56D3D-F19C-461B-8EA5-A05B079A45CB}">
      <dgm:prSet/>
      <dgm:spPr/>
      <dgm:t>
        <a:bodyPr/>
        <a:lstStyle/>
        <a:p>
          <a:r>
            <a:rPr lang="en-US"/>
            <a:t>Place your editor cursor where you want the stem:[…] to go.</a:t>
          </a:r>
        </a:p>
      </dgm:t>
    </dgm:pt>
    <dgm:pt modelId="{6F300036-2BBF-4B08-92B2-4CD7B423F562}" type="parTrans" cxnId="{3113A027-01CA-46FD-8377-B049F18F206A}">
      <dgm:prSet/>
      <dgm:spPr/>
      <dgm:t>
        <a:bodyPr/>
        <a:lstStyle/>
        <a:p>
          <a:endParaRPr lang="en-US"/>
        </a:p>
      </dgm:t>
    </dgm:pt>
    <dgm:pt modelId="{17A46748-9265-4780-A4D4-875482A0C7DC}" type="sibTrans" cxnId="{3113A027-01CA-46FD-8377-B049F18F206A}">
      <dgm:prSet/>
      <dgm:spPr/>
      <dgm:t>
        <a:bodyPr/>
        <a:lstStyle/>
        <a:p>
          <a:endParaRPr lang="en-US"/>
        </a:p>
      </dgm:t>
    </dgm:pt>
    <dgm:pt modelId="{93F51E47-9E3E-4C4E-AE89-EB4FF9BC73C7}">
      <dgm:prSet/>
      <dgm:spPr/>
      <dgm:t>
        <a:bodyPr/>
        <a:lstStyle/>
        <a:p>
          <a:r>
            <a:rPr lang="en-US"/>
            <a:t>Click the "Insert at cursor" button.</a:t>
          </a:r>
        </a:p>
      </dgm:t>
    </dgm:pt>
    <dgm:pt modelId="{D6838794-FB23-444C-9E85-A9FEB9E6A236}" type="parTrans" cxnId="{C373C8A2-FE51-4D57-9B1E-AD3FD15148C0}">
      <dgm:prSet/>
      <dgm:spPr/>
      <dgm:t>
        <a:bodyPr/>
        <a:lstStyle/>
        <a:p>
          <a:endParaRPr lang="en-US"/>
        </a:p>
      </dgm:t>
    </dgm:pt>
    <dgm:pt modelId="{3E1E697C-F127-46D6-AECA-DE474E4B3CD7}" type="sibTrans" cxnId="{C373C8A2-FE51-4D57-9B1E-AD3FD15148C0}">
      <dgm:prSet/>
      <dgm:spPr/>
      <dgm:t>
        <a:bodyPr/>
        <a:lstStyle/>
        <a:p>
          <a:endParaRPr lang="en-US"/>
        </a:p>
      </dgm:t>
    </dgm:pt>
    <dgm:pt modelId="{CCF07E0B-C625-4D02-81DC-CB29F574878E}">
      <dgm:prSet/>
      <dgm:spPr/>
      <dgm:t>
        <a:bodyPr/>
        <a:lstStyle/>
        <a:p>
          <a:r>
            <a:rPr lang="en-US"/>
            <a:t>Your text becomes  stem:[&lt;your math&gt;]  in the schema.</a:t>
          </a:r>
        </a:p>
      </dgm:t>
    </dgm:pt>
    <dgm:pt modelId="{0FD2D820-BD21-4B39-A32A-D32BD0DEA953}" type="parTrans" cxnId="{D97102E5-AEC0-4B25-9A02-7C0F9991079B}">
      <dgm:prSet/>
      <dgm:spPr/>
      <dgm:t>
        <a:bodyPr/>
        <a:lstStyle/>
        <a:p>
          <a:endParaRPr lang="en-US"/>
        </a:p>
      </dgm:t>
    </dgm:pt>
    <dgm:pt modelId="{218550CE-2B89-4874-B690-8BDDEDCB917E}" type="sibTrans" cxnId="{D97102E5-AEC0-4B25-9A02-7C0F9991079B}">
      <dgm:prSet/>
      <dgm:spPr/>
      <dgm:t>
        <a:bodyPr/>
        <a:lstStyle/>
        <a:p>
          <a:endParaRPr lang="en-US"/>
        </a:p>
      </dgm:t>
    </dgm:pt>
    <dgm:pt modelId="{1A113677-C1BA-4843-8715-B077368AABBA}">
      <dgm:prSet/>
      <dgm:spPr/>
      <dgm:t>
        <a:bodyPr/>
        <a:lstStyle/>
        <a:p>
          <a:r>
            <a:rPr lang="en-US"/>
            <a:t>Save the file; Metanorma will render the same way the playground did.</a:t>
          </a:r>
        </a:p>
      </dgm:t>
    </dgm:pt>
    <dgm:pt modelId="{2FBDE06C-8595-4C6E-A8AF-1907080761C8}" type="parTrans" cxnId="{CBBC67DC-1481-48CA-BF83-922B0758A3E3}">
      <dgm:prSet/>
      <dgm:spPr/>
      <dgm:t>
        <a:bodyPr/>
        <a:lstStyle/>
        <a:p>
          <a:endParaRPr lang="en-US"/>
        </a:p>
      </dgm:t>
    </dgm:pt>
    <dgm:pt modelId="{6EF0343A-4295-4ADF-B127-E77208A2A4AB}" type="sibTrans" cxnId="{CBBC67DC-1481-48CA-BF83-922B0758A3E3}">
      <dgm:prSet/>
      <dgm:spPr/>
      <dgm:t>
        <a:bodyPr/>
        <a:lstStyle/>
        <a:p>
          <a:endParaRPr lang="en-US"/>
        </a:p>
      </dgm:t>
    </dgm:pt>
    <dgm:pt modelId="{41361C48-7978-E34B-BC76-7F1170925473}" type="pres">
      <dgm:prSet presAssocID="{D30EBDEB-AB39-4DD7-BA42-9D709C502FE9}" presName="linear" presStyleCnt="0">
        <dgm:presLayoutVars>
          <dgm:animLvl val="lvl"/>
          <dgm:resizeHandles val="exact"/>
        </dgm:presLayoutVars>
      </dgm:prSet>
      <dgm:spPr/>
    </dgm:pt>
    <dgm:pt modelId="{4F717F2F-D05D-0141-B877-6BD9EDF20D56}" type="pres">
      <dgm:prSet presAssocID="{8E5D138A-B6A5-47CD-92B7-D95179CD42A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9DA0B4D-EF61-5C4E-B5B2-639E002CC82C}" type="pres">
      <dgm:prSet presAssocID="{FFCF819A-F88B-452B-8EAA-03FDDF415253}" presName="spacer" presStyleCnt="0"/>
      <dgm:spPr/>
    </dgm:pt>
    <dgm:pt modelId="{F2621A97-4C09-094D-92DC-A4161F8DCDAA}" type="pres">
      <dgm:prSet presAssocID="{10E56D3D-F19C-461B-8EA5-A05B079A45C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921E56C-F255-4242-AE72-32E09184FBAE}" type="pres">
      <dgm:prSet presAssocID="{17A46748-9265-4780-A4D4-875482A0C7DC}" presName="spacer" presStyleCnt="0"/>
      <dgm:spPr/>
    </dgm:pt>
    <dgm:pt modelId="{E89A1A66-96AA-784B-A405-B6D250134CDD}" type="pres">
      <dgm:prSet presAssocID="{93F51E47-9E3E-4C4E-AE89-EB4FF9BC73C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9B2D5A9-ADAE-8146-956D-3F35EE0C8375}" type="pres">
      <dgm:prSet presAssocID="{3E1E697C-F127-46D6-AECA-DE474E4B3CD7}" presName="spacer" presStyleCnt="0"/>
      <dgm:spPr/>
    </dgm:pt>
    <dgm:pt modelId="{FF44E9AD-4D22-0840-982D-2333E3FEF8F6}" type="pres">
      <dgm:prSet presAssocID="{CCF07E0B-C625-4D02-81DC-CB29F574878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A48CBAE-22A6-DB42-9096-4E059781BA62}" type="pres">
      <dgm:prSet presAssocID="{218550CE-2B89-4874-B690-8BDDEDCB917E}" presName="spacer" presStyleCnt="0"/>
      <dgm:spPr/>
    </dgm:pt>
    <dgm:pt modelId="{42904755-4511-EF41-B671-C36639474619}" type="pres">
      <dgm:prSet presAssocID="{1A113677-C1BA-4843-8715-B077368AABB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520001D-0AD3-624B-8A5C-6C8D3E34EE70}" type="presOf" srcId="{1A113677-C1BA-4843-8715-B077368AABBA}" destId="{42904755-4511-EF41-B671-C36639474619}" srcOrd="0" destOrd="0" presId="urn:microsoft.com/office/officeart/2005/8/layout/vList2"/>
    <dgm:cxn modelId="{3113A027-01CA-46FD-8377-B049F18F206A}" srcId="{D30EBDEB-AB39-4DD7-BA42-9D709C502FE9}" destId="{10E56D3D-F19C-461B-8EA5-A05B079A45CB}" srcOrd="1" destOrd="0" parTransId="{6F300036-2BBF-4B08-92B2-4CD7B423F562}" sibTransId="{17A46748-9265-4780-A4D4-875482A0C7DC}"/>
    <dgm:cxn modelId="{4936262A-C54A-4345-9350-FE3D493661B6}" type="presOf" srcId="{CCF07E0B-C625-4D02-81DC-CB29F574878E}" destId="{FF44E9AD-4D22-0840-982D-2333E3FEF8F6}" srcOrd="0" destOrd="0" presId="urn:microsoft.com/office/officeart/2005/8/layout/vList2"/>
    <dgm:cxn modelId="{2A33D16C-DE68-9645-8F64-0D04324D825C}" type="presOf" srcId="{8E5D138A-B6A5-47CD-92B7-D95179CD42A7}" destId="{4F717F2F-D05D-0141-B877-6BD9EDF20D56}" srcOrd="0" destOrd="0" presId="urn:microsoft.com/office/officeart/2005/8/layout/vList2"/>
    <dgm:cxn modelId="{052DA17A-E836-BD4C-8B1D-F6C0DDB2EF0F}" type="presOf" srcId="{D30EBDEB-AB39-4DD7-BA42-9D709C502FE9}" destId="{41361C48-7978-E34B-BC76-7F1170925473}" srcOrd="0" destOrd="0" presId="urn:microsoft.com/office/officeart/2005/8/layout/vList2"/>
    <dgm:cxn modelId="{C373C8A2-FE51-4D57-9B1E-AD3FD15148C0}" srcId="{D30EBDEB-AB39-4DD7-BA42-9D709C502FE9}" destId="{93F51E47-9E3E-4C4E-AE89-EB4FF9BC73C7}" srcOrd="2" destOrd="0" parTransId="{D6838794-FB23-444C-9E85-A9FEB9E6A236}" sibTransId="{3E1E697C-F127-46D6-AECA-DE474E4B3CD7}"/>
    <dgm:cxn modelId="{680FDEAB-A8C2-2442-8EDF-4A6AA90FF79D}" type="presOf" srcId="{93F51E47-9E3E-4C4E-AE89-EB4FF9BC73C7}" destId="{E89A1A66-96AA-784B-A405-B6D250134CDD}" srcOrd="0" destOrd="0" presId="urn:microsoft.com/office/officeart/2005/8/layout/vList2"/>
    <dgm:cxn modelId="{8FC2C0B6-74EC-9E41-8D79-B65B5BB072D7}" type="presOf" srcId="{10E56D3D-F19C-461B-8EA5-A05B079A45CB}" destId="{F2621A97-4C09-094D-92DC-A4161F8DCDAA}" srcOrd="0" destOrd="0" presId="urn:microsoft.com/office/officeart/2005/8/layout/vList2"/>
    <dgm:cxn modelId="{CBBC67DC-1481-48CA-BF83-922B0758A3E3}" srcId="{D30EBDEB-AB39-4DD7-BA42-9D709C502FE9}" destId="{1A113677-C1BA-4843-8715-B077368AABBA}" srcOrd="4" destOrd="0" parTransId="{2FBDE06C-8595-4C6E-A8AF-1907080761C8}" sibTransId="{6EF0343A-4295-4ADF-B127-E77208A2A4AB}"/>
    <dgm:cxn modelId="{5A43C9DF-9234-4DCC-AB0D-F9B95AB1E242}" srcId="{D30EBDEB-AB39-4DD7-BA42-9D709C502FE9}" destId="{8E5D138A-B6A5-47CD-92B7-D95179CD42A7}" srcOrd="0" destOrd="0" parTransId="{C7972202-E458-44D4-A1DB-4C5284EBDE37}" sibTransId="{FFCF819A-F88B-452B-8EAA-03FDDF415253}"/>
    <dgm:cxn modelId="{D97102E5-AEC0-4B25-9A02-7C0F9991079B}" srcId="{D30EBDEB-AB39-4DD7-BA42-9D709C502FE9}" destId="{CCF07E0B-C625-4D02-81DC-CB29F574878E}" srcOrd="3" destOrd="0" parTransId="{0FD2D820-BD21-4B39-A32A-D32BD0DEA953}" sibTransId="{218550CE-2B89-4874-B690-8BDDEDCB917E}"/>
    <dgm:cxn modelId="{F466FC74-0A4F-164D-B3C6-4182D49FC72D}" type="presParOf" srcId="{41361C48-7978-E34B-BC76-7F1170925473}" destId="{4F717F2F-D05D-0141-B877-6BD9EDF20D56}" srcOrd="0" destOrd="0" presId="urn:microsoft.com/office/officeart/2005/8/layout/vList2"/>
    <dgm:cxn modelId="{FEF01EF2-7560-5841-9521-AFB89016E2A8}" type="presParOf" srcId="{41361C48-7978-E34B-BC76-7F1170925473}" destId="{D9DA0B4D-EF61-5C4E-B5B2-639E002CC82C}" srcOrd="1" destOrd="0" presId="urn:microsoft.com/office/officeart/2005/8/layout/vList2"/>
    <dgm:cxn modelId="{FA0AFDF7-9C9C-1048-B7C7-EE8C029E0ED1}" type="presParOf" srcId="{41361C48-7978-E34B-BC76-7F1170925473}" destId="{F2621A97-4C09-094D-92DC-A4161F8DCDAA}" srcOrd="2" destOrd="0" presId="urn:microsoft.com/office/officeart/2005/8/layout/vList2"/>
    <dgm:cxn modelId="{77AA11D6-3926-044A-91E6-C6FF8765BAF9}" type="presParOf" srcId="{41361C48-7978-E34B-BC76-7F1170925473}" destId="{D921E56C-F255-4242-AE72-32E09184FBAE}" srcOrd="3" destOrd="0" presId="urn:microsoft.com/office/officeart/2005/8/layout/vList2"/>
    <dgm:cxn modelId="{776CD89F-0B8C-0D40-AE52-F11D9409F1D5}" type="presParOf" srcId="{41361C48-7978-E34B-BC76-7F1170925473}" destId="{E89A1A66-96AA-784B-A405-B6D250134CDD}" srcOrd="4" destOrd="0" presId="urn:microsoft.com/office/officeart/2005/8/layout/vList2"/>
    <dgm:cxn modelId="{3C18466D-797B-2740-BE1C-40DA536F626D}" type="presParOf" srcId="{41361C48-7978-E34B-BC76-7F1170925473}" destId="{89B2D5A9-ADAE-8146-956D-3F35EE0C8375}" srcOrd="5" destOrd="0" presId="urn:microsoft.com/office/officeart/2005/8/layout/vList2"/>
    <dgm:cxn modelId="{50429BF6-E815-CA41-A9E4-41BC499A52B3}" type="presParOf" srcId="{41361C48-7978-E34B-BC76-7F1170925473}" destId="{FF44E9AD-4D22-0840-982D-2333E3FEF8F6}" srcOrd="6" destOrd="0" presId="urn:microsoft.com/office/officeart/2005/8/layout/vList2"/>
    <dgm:cxn modelId="{3F8C7DC2-3A30-A445-81D1-1E8B8336B345}" type="presParOf" srcId="{41361C48-7978-E34B-BC76-7F1170925473}" destId="{AA48CBAE-22A6-DB42-9096-4E059781BA62}" srcOrd="7" destOrd="0" presId="urn:microsoft.com/office/officeart/2005/8/layout/vList2"/>
    <dgm:cxn modelId="{B9FBFF67-0C40-094B-A37F-98B345BCC977}" type="presParOf" srcId="{41361C48-7978-E34B-BC76-7F1170925473}" destId="{42904755-4511-EF41-B671-C3663947461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37BB30-EC9E-45FD-AF6E-6D4FE73C4E5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71BB6A0-D19B-47E7-86B5-2C1C40C87D60}">
      <dgm:prSet/>
      <dgm:spPr/>
      <dgm:t>
        <a:bodyPr/>
        <a:lstStyle/>
        <a:p>
          <a:r>
            <a:rPr lang="en-US"/>
            <a:t>easyEXPRESS Viewers itself sends NOTHING outside your machine.</a:t>
          </a:r>
        </a:p>
      </dgm:t>
    </dgm:pt>
    <dgm:pt modelId="{FA887645-9F98-4BB0-9500-B1970E2190BE}" type="parTrans" cxnId="{B87B9B60-0375-4FEB-8440-D4BA2E483F48}">
      <dgm:prSet/>
      <dgm:spPr/>
      <dgm:t>
        <a:bodyPr/>
        <a:lstStyle/>
        <a:p>
          <a:endParaRPr lang="en-US"/>
        </a:p>
      </dgm:t>
    </dgm:pt>
    <dgm:pt modelId="{876C9602-FF7D-40A4-9328-69CF4F4D25E0}" type="sibTrans" cxnId="{B87B9B60-0375-4FEB-8440-D4BA2E483F48}">
      <dgm:prSet/>
      <dgm:spPr/>
      <dgm:t>
        <a:bodyPr/>
        <a:lstStyle/>
        <a:p>
          <a:endParaRPr lang="en-US"/>
        </a:p>
      </dgm:t>
    </dgm:pt>
    <dgm:pt modelId="{5931DD81-F554-410B-9EA4-8D37CC229BDD}">
      <dgm:prSet/>
      <dgm:spPr/>
      <dgm:t>
        <a:bodyPr/>
        <a:lstStyle/>
        <a:p>
          <a:r>
            <a:rPr lang="en-US"/>
            <a:t>But VS Code Insiders ships GitHub Copilot Chat as a built-in feature.</a:t>
          </a:r>
        </a:p>
      </dgm:t>
    </dgm:pt>
    <dgm:pt modelId="{8BF14478-D1AA-4246-9779-A7CEEBB20A5D}" type="parTrans" cxnId="{196A5057-461A-4BC8-AA38-F5BAB44D53C1}">
      <dgm:prSet/>
      <dgm:spPr/>
      <dgm:t>
        <a:bodyPr/>
        <a:lstStyle/>
        <a:p>
          <a:endParaRPr lang="en-US"/>
        </a:p>
      </dgm:t>
    </dgm:pt>
    <dgm:pt modelId="{D469FA51-A12A-4881-8983-3E4F36EAA81E}" type="sibTrans" cxnId="{196A5057-461A-4BC8-AA38-F5BAB44D53C1}">
      <dgm:prSet/>
      <dgm:spPr/>
      <dgm:t>
        <a:bodyPr/>
        <a:lstStyle/>
        <a:p>
          <a:endParaRPr lang="en-US"/>
        </a:p>
      </dgm:t>
    </dgm:pt>
    <dgm:pt modelId="{6A191886-90A6-43A5-ADC8-FE2542B3BC69}">
      <dgm:prSet/>
      <dgm:spPr/>
      <dgm:t>
        <a:bodyPr/>
        <a:lstStyle/>
        <a:p>
          <a:r>
            <a:rPr lang="en-US"/>
            <a:t>Disabling extensions does NOT remove it.</a:t>
          </a:r>
        </a:p>
      </dgm:t>
    </dgm:pt>
    <dgm:pt modelId="{EA2D1101-14CE-42F9-95E5-F7AD8BB4959F}" type="parTrans" cxnId="{9BBB75AE-236B-4CA9-82CE-54E6D833D856}">
      <dgm:prSet/>
      <dgm:spPr/>
      <dgm:t>
        <a:bodyPr/>
        <a:lstStyle/>
        <a:p>
          <a:endParaRPr lang="en-US"/>
        </a:p>
      </dgm:t>
    </dgm:pt>
    <dgm:pt modelId="{12DCA444-0A02-454C-ABEF-27A32889BE47}" type="sibTrans" cxnId="{9BBB75AE-236B-4CA9-82CE-54E6D833D856}">
      <dgm:prSet/>
      <dgm:spPr/>
      <dgm:t>
        <a:bodyPr/>
        <a:lstStyle/>
        <a:p>
          <a:endParaRPr lang="en-US"/>
        </a:p>
      </dgm:t>
    </dgm:pt>
    <dgm:pt modelId="{A63263C4-7C93-4B19-98BF-BB60E4B16751}">
      <dgm:prSet/>
      <dgm:spPr/>
      <dgm:t>
        <a:bodyPr/>
        <a:lstStyle/>
        <a:p>
          <a:r>
            <a:rPr lang="en-US"/>
            <a:t>When you click Explain / Add File to Chat / Open Inline Chat / Review:</a:t>
          </a:r>
        </a:p>
      </dgm:t>
    </dgm:pt>
    <dgm:pt modelId="{55B1BE8D-78AD-49AD-8787-99A061C31D2A}" type="parTrans" cxnId="{EFCA842E-9421-4CF4-B54E-E71B35EBCF06}">
      <dgm:prSet/>
      <dgm:spPr/>
      <dgm:t>
        <a:bodyPr/>
        <a:lstStyle/>
        <a:p>
          <a:endParaRPr lang="en-US"/>
        </a:p>
      </dgm:t>
    </dgm:pt>
    <dgm:pt modelId="{65E839CB-9C7F-4822-A2EA-F06570379D80}" type="sibTrans" cxnId="{EFCA842E-9421-4CF4-B54E-E71B35EBCF06}">
      <dgm:prSet/>
      <dgm:spPr/>
      <dgm:t>
        <a:bodyPr/>
        <a:lstStyle/>
        <a:p>
          <a:endParaRPr lang="en-US"/>
        </a:p>
      </dgm:t>
    </dgm:pt>
    <dgm:pt modelId="{8501F716-8755-4432-A95B-47F649666E46}">
      <dgm:prSet/>
      <dgm:spPr/>
      <dgm:t>
        <a:bodyPr/>
        <a:lstStyle/>
        <a:p>
          <a:r>
            <a:rPr lang="en-US"/>
            <a:t>Cursor word, surrounding code, and snippets from other open editors</a:t>
          </a:r>
        </a:p>
      </dgm:t>
    </dgm:pt>
    <dgm:pt modelId="{C1ED5C64-EAF0-46F7-B081-28285B221275}" type="parTrans" cxnId="{5F3274E2-CCA2-494B-9420-5B203AFAD367}">
      <dgm:prSet/>
      <dgm:spPr/>
      <dgm:t>
        <a:bodyPr/>
        <a:lstStyle/>
        <a:p>
          <a:endParaRPr lang="en-US"/>
        </a:p>
      </dgm:t>
    </dgm:pt>
    <dgm:pt modelId="{B3102C0F-BACA-4852-8A72-33422DF60568}" type="sibTrans" cxnId="{5F3274E2-CCA2-494B-9420-5B203AFAD367}">
      <dgm:prSet/>
      <dgm:spPr/>
      <dgm:t>
        <a:bodyPr/>
        <a:lstStyle/>
        <a:p>
          <a:endParaRPr lang="en-US"/>
        </a:p>
      </dgm:t>
    </dgm:pt>
    <dgm:pt modelId="{A50DF8B7-C6BB-444C-8E6C-E504FAC2467C}">
      <dgm:prSet/>
      <dgm:spPr/>
      <dgm:t>
        <a:bodyPr/>
        <a:lstStyle/>
        <a:p>
          <a:r>
            <a:rPr lang="en-US"/>
            <a:t>are sent to GitHub/Microsoft endpoints.</a:t>
          </a:r>
        </a:p>
      </dgm:t>
    </dgm:pt>
    <dgm:pt modelId="{0A2464FC-1887-4003-A539-53B314BD99B6}" type="parTrans" cxnId="{986837D2-8FF8-4D1A-BC93-F52517BB32D8}">
      <dgm:prSet/>
      <dgm:spPr/>
      <dgm:t>
        <a:bodyPr/>
        <a:lstStyle/>
        <a:p>
          <a:endParaRPr lang="en-US"/>
        </a:p>
      </dgm:t>
    </dgm:pt>
    <dgm:pt modelId="{2FD1ECA2-50DE-4FDC-8EF0-C0CD0FAECC1F}" type="sibTrans" cxnId="{986837D2-8FF8-4D1A-BC93-F52517BB32D8}">
      <dgm:prSet/>
      <dgm:spPr/>
      <dgm:t>
        <a:bodyPr/>
        <a:lstStyle/>
        <a:p>
          <a:endParaRPr lang="en-US"/>
        </a:p>
      </dgm:t>
    </dgm:pt>
    <dgm:pt modelId="{011E5B56-7EC3-4B98-ABCE-EF14AA3096C6}">
      <dgm:prSet/>
      <dgm:spPr/>
      <dgm:t>
        <a:bodyPr/>
        <a:lstStyle/>
        <a:p>
          <a:r>
            <a:rPr lang="en-US"/>
            <a:t>For NDA / pre-publication standards work this is a real concern.</a:t>
          </a:r>
        </a:p>
      </dgm:t>
    </dgm:pt>
    <dgm:pt modelId="{03772C08-3F24-44FF-B4B5-CBE9D6D542CB}" type="parTrans" cxnId="{252570DD-4FB1-413D-8481-F822C39C0EF3}">
      <dgm:prSet/>
      <dgm:spPr/>
      <dgm:t>
        <a:bodyPr/>
        <a:lstStyle/>
        <a:p>
          <a:endParaRPr lang="en-US"/>
        </a:p>
      </dgm:t>
    </dgm:pt>
    <dgm:pt modelId="{0109F3B6-A257-451A-8F70-F2AC3B110FE4}" type="sibTrans" cxnId="{252570DD-4FB1-413D-8481-F822C39C0EF3}">
      <dgm:prSet/>
      <dgm:spPr/>
      <dgm:t>
        <a:bodyPr/>
        <a:lstStyle/>
        <a:p>
          <a:endParaRPr lang="en-US"/>
        </a:p>
      </dgm:t>
    </dgm:pt>
    <dgm:pt modelId="{0B83CE83-E789-41FF-A14E-B9D9365B8CB1}" type="pres">
      <dgm:prSet presAssocID="{7437BB30-EC9E-45FD-AF6E-6D4FE73C4E5E}" presName="root" presStyleCnt="0">
        <dgm:presLayoutVars>
          <dgm:dir/>
          <dgm:resizeHandles val="exact"/>
        </dgm:presLayoutVars>
      </dgm:prSet>
      <dgm:spPr/>
    </dgm:pt>
    <dgm:pt modelId="{5008060C-3ACC-4467-8905-805249A324A6}" type="pres">
      <dgm:prSet presAssocID="{671BB6A0-D19B-47E7-86B5-2C1C40C87D60}" presName="compNode" presStyleCnt="0"/>
      <dgm:spPr/>
    </dgm:pt>
    <dgm:pt modelId="{EEE9F23A-6ED8-4DE9-B53D-0B0E619C00EE}" type="pres">
      <dgm:prSet presAssocID="{671BB6A0-D19B-47E7-86B5-2C1C40C87D60}" presName="bgRect" presStyleLbl="bgShp" presStyleIdx="0" presStyleCnt="4"/>
      <dgm:spPr/>
    </dgm:pt>
    <dgm:pt modelId="{B7D7588B-5D0E-41E6-B45F-791732EC74DD}" type="pres">
      <dgm:prSet presAssocID="{671BB6A0-D19B-47E7-86B5-2C1C40C87D6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3D7F2FBD-DE47-470A-A5BC-2D178748E55F}" type="pres">
      <dgm:prSet presAssocID="{671BB6A0-D19B-47E7-86B5-2C1C40C87D60}" presName="spaceRect" presStyleCnt="0"/>
      <dgm:spPr/>
    </dgm:pt>
    <dgm:pt modelId="{311FEF39-055D-448A-94B5-57551F97A5F4}" type="pres">
      <dgm:prSet presAssocID="{671BB6A0-D19B-47E7-86B5-2C1C40C87D60}" presName="parTx" presStyleLbl="revTx" presStyleIdx="0" presStyleCnt="6">
        <dgm:presLayoutVars>
          <dgm:chMax val="0"/>
          <dgm:chPref val="0"/>
        </dgm:presLayoutVars>
      </dgm:prSet>
      <dgm:spPr/>
    </dgm:pt>
    <dgm:pt modelId="{975C872E-D3A5-4EB4-A852-F7711A0FA7E7}" type="pres">
      <dgm:prSet presAssocID="{876C9602-FF7D-40A4-9328-69CF4F4D25E0}" presName="sibTrans" presStyleCnt="0"/>
      <dgm:spPr/>
    </dgm:pt>
    <dgm:pt modelId="{09B926B9-9D30-4D6C-BC0F-41E8E6013729}" type="pres">
      <dgm:prSet presAssocID="{5931DD81-F554-410B-9EA4-8D37CC229BDD}" presName="compNode" presStyleCnt="0"/>
      <dgm:spPr/>
    </dgm:pt>
    <dgm:pt modelId="{9FF5E976-4D9D-4E6E-8855-5BACAB3F6AA2}" type="pres">
      <dgm:prSet presAssocID="{5931DD81-F554-410B-9EA4-8D37CC229BDD}" presName="bgRect" presStyleLbl="bgShp" presStyleIdx="1" presStyleCnt="4"/>
      <dgm:spPr/>
    </dgm:pt>
    <dgm:pt modelId="{3AFFB973-3088-4363-B2CD-32CC81D86238}" type="pres">
      <dgm:prSet presAssocID="{5931DD81-F554-410B-9EA4-8D37CC229BD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20755B6B-AB00-4CAD-A3A3-254759D14F8C}" type="pres">
      <dgm:prSet presAssocID="{5931DD81-F554-410B-9EA4-8D37CC229BDD}" presName="spaceRect" presStyleCnt="0"/>
      <dgm:spPr/>
    </dgm:pt>
    <dgm:pt modelId="{937C2953-2919-4C1D-8A4B-B5839C682502}" type="pres">
      <dgm:prSet presAssocID="{5931DD81-F554-410B-9EA4-8D37CC229BDD}" presName="parTx" presStyleLbl="revTx" presStyleIdx="1" presStyleCnt="6">
        <dgm:presLayoutVars>
          <dgm:chMax val="0"/>
          <dgm:chPref val="0"/>
        </dgm:presLayoutVars>
      </dgm:prSet>
      <dgm:spPr/>
    </dgm:pt>
    <dgm:pt modelId="{E4DE32FC-FA65-4A72-B153-143217985AF0}" type="pres">
      <dgm:prSet presAssocID="{5931DD81-F554-410B-9EA4-8D37CC229BDD}" presName="desTx" presStyleLbl="revTx" presStyleIdx="2" presStyleCnt="6">
        <dgm:presLayoutVars/>
      </dgm:prSet>
      <dgm:spPr/>
    </dgm:pt>
    <dgm:pt modelId="{DE63DEC2-79A2-47FB-ADE9-97D2D1C8C396}" type="pres">
      <dgm:prSet presAssocID="{D469FA51-A12A-4881-8983-3E4F36EAA81E}" presName="sibTrans" presStyleCnt="0"/>
      <dgm:spPr/>
    </dgm:pt>
    <dgm:pt modelId="{866E16FD-B75F-42A0-A19B-2E2E5BFC06C4}" type="pres">
      <dgm:prSet presAssocID="{A63263C4-7C93-4B19-98BF-BB60E4B16751}" presName="compNode" presStyleCnt="0"/>
      <dgm:spPr/>
    </dgm:pt>
    <dgm:pt modelId="{17C77DF4-4F6B-4968-B380-58729011FF53}" type="pres">
      <dgm:prSet presAssocID="{A63263C4-7C93-4B19-98BF-BB60E4B16751}" presName="bgRect" presStyleLbl="bgShp" presStyleIdx="2" presStyleCnt="4"/>
      <dgm:spPr/>
    </dgm:pt>
    <dgm:pt modelId="{4DBFF9E5-E7D3-4D4B-B842-522425913994}" type="pres">
      <dgm:prSet presAssocID="{A63263C4-7C93-4B19-98BF-BB60E4B1675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0572EF71-465D-43F6-BF55-8DFF96E87E6D}" type="pres">
      <dgm:prSet presAssocID="{A63263C4-7C93-4B19-98BF-BB60E4B16751}" presName="spaceRect" presStyleCnt="0"/>
      <dgm:spPr/>
    </dgm:pt>
    <dgm:pt modelId="{B2E94032-3EA4-49FE-94DC-C7E3A1BF5E8D}" type="pres">
      <dgm:prSet presAssocID="{A63263C4-7C93-4B19-98BF-BB60E4B16751}" presName="parTx" presStyleLbl="revTx" presStyleIdx="3" presStyleCnt="6">
        <dgm:presLayoutVars>
          <dgm:chMax val="0"/>
          <dgm:chPref val="0"/>
        </dgm:presLayoutVars>
      </dgm:prSet>
      <dgm:spPr/>
    </dgm:pt>
    <dgm:pt modelId="{95F0004A-D4D9-4443-BB2A-C8B3F42D0EA2}" type="pres">
      <dgm:prSet presAssocID="{A63263C4-7C93-4B19-98BF-BB60E4B16751}" presName="desTx" presStyleLbl="revTx" presStyleIdx="4" presStyleCnt="6">
        <dgm:presLayoutVars/>
      </dgm:prSet>
      <dgm:spPr/>
    </dgm:pt>
    <dgm:pt modelId="{C6515330-F695-4057-A763-C5F31BBBA8F7}" type="pres">
      <dgm:prSet presAssocID="{65E839CB-9C7F-4822-A2EA-F06570379D80}" presName="sibTrans" presStyleCnt="0"/>
      <dgm:spPr/>
    </dgm:pt>
    <dgm:pt modelId="{251BDDC8-9C50-4981-87C1-F3C8CCC27C53}" type="pres">
      <dgm:prSet presAssocID="{011E5B56-7EC3-4B98-ABCE-EF14AA3096C6}" presName="compNode" presStyleCnt="0"/>
      <dgm:spPr/>
    </dgm:pt>
    <dgm:pt modelId="{D4A3CA5F-6E97-4877-AB6D-16429BD0FA8E}" type="pres">
      <dgm:prSet presAssocID="{011E5B56-7EC3-4B98-ABCE-EF14AA3096C6}" presName="bgRect" presStyleLbl="bgShp" presStyleIdx="3" presStyleCnt="4"/>
      <dgm:spPr/>
    </dgm:pt>
    <dgm:pt modelId="{1BBE0811-695F-4910-A2A4-D0F7B9FB8231}" type="pres">
      <dgm:prSet presAssocID="{011E5B56-7EC3-4B98-ABCE-EF14AA3096C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78782F7E-9FDB-4962-893E-0D3E53ABD5B6}" type="pres">
      <dgm:prSet presAssocID="{011E5B56-7EC3-4B98-ABCE-EF14AA3096C6}" presName="spaceRect" presStyleCnt="0"/>
      <dgm:spPr/>
    </dgm:pt>
    <dgm:pt modelId="{4979046A-0BD4-4ADF-9D35-666D862638C2}" type="pres">
      <dgm:prSet presAssocID="{011E5B56-7EC3-4B98-ABCE-EF14AA3096C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BE4CF15-F973-4291-8BD2-E8C06CF6D892}" type="presOf" srcId="{671BB6A0-D19B-47E7-86B5-2C1C40C87D60}" destId="{311FEF39-055D-448A-94B5-57551F97A5F4}" srcOrd="0" destOrd="0" presId="urn:microsoft.com/office/officeart/2018/2/layout/IconVerticalSolidList"/>
    <dgm:cxn modelId="{EFCA842E-9421-4CF4-B54E-E71B35EBCF06}" srcId="{7437BB30-EC9E-45FD-AF6E-6D4FE73C4E5E}" destId="{A63263C4-7C93-4B19-98BF-BB60E4B16751}" srcOrd="2" destOrd="0" parTransId="{55B1BE8D-78AD-49AD-8787-99A061C31D2A}" sibTransId="{65E839CB-9C7F-4822-A2EA-F06570379D80}"/>
    <dgm:cxn modelId="{D0D4AB3F-7E5E-4B12-8FD8-DB5C9AA2C79D}" type="presOf" srcId="{011E5B56-7EC3-4B98-ABCE-EF14AA3096C6}" destId="{4979046A-0BD4-4ADF-9D35-666D862638C2}" srcOrd="0" destOrd="0" presId="urn:microsoft.com/office/officeart/2018/2/layout/IconVerticalSolidList"/>
    <dgm:cxn modelId="{164BFA42-D222-42E1-8EC2-A53DC0D5C6C0}" type="presOf" srcId="{8501F716-8755-4432-A95B-47F649666E46}" destId="{95F0004A-D4D9-4443-BB2A-C8B3F42D0EA2}" srcOrd="0" destOrd="0" presId="urn:microsoft.com/office/officeart/2018/2/layout/IconVerticalSolidList"/>
    <dgm:cxn modelId="{196A5057-461A-4BC8-AA38-F5BAB44D53C1}" srcId="{7437BB30-EC9E-45FD-AF6E-6D4FE73C4E5E}" destId="{5931DD81-F554-410B-9EA4-8D37CC229BDD}" srcOrd="1" destOrd="0" parTransId="{8BF14478-D1AA-4246-9779-A7CEEBB20A5D}" sibTransId="{D469FA51-A12A-4881-8983-3E4F36EAA81E}"/>
    <dgm:cxn modelId="{B87B9B60-0375-4FEB-8440-D4BA2E483F48}" srcId="{7437BB30-EC9E-45FD-AF6E-6D4FE73C4E5E}" destId="{671BB6A0-D19B-47E7-86B5-2C1C40C87D60}" srcOrd="0" destOrd="0" parTransId="{FA887645-9F98-4BB0-9500-B1970E2190BE}" sibTransId="{876C9602-FF7D-40A4-9328-69CF4F4D25E0}"/>
    <dgm:cxn modelId="{B062CC68-7ED4-4890-B204-BF1416F9C0CB}" type="presOf" srcId="{5931DD81-F554-410B-9EA4-8D37CC229BDD}" destId="{937C2953-2919-4C1D-8A4B-B5839C682502}" srcOrd="0" destOrd="0" presId="urn:microsoft.com/office/officeart/2018/2/layout/IconVerticalSolidList"/>
    <dgm:cxn modelId="{96BF2D6B-66CE-47DA-8F91-21E01EDBE141}" type="presOf" srcId="{6A191886-90A6-43A5-ADC8-FE2542B3BC69}" destId="{E4DE32FC-FA65-4A72-B153-143217985AF0}" srcOrd="0" destOrd="0" presId="urn:microsoft.com/office/officeart/2018/2/layout/IconVerticalSolidList"/>
    <dgm:cxn modelId="{606AB37A-5D46-4509-8899-8634D62F6742}" type="presOf" srcId="{A63263C4-7C93-4B19-98BF-BB60E4B16751}" destId="{B2E94032-3EA4-49FE-94DC-C7E3A1BF5E8D}" srcOrd="0" destOrd="0" presId="urn:microsoft.com/office/officeart/2018/2/layout/IconVerticalSolidList"/>
    <dgm:cxn modelId="{6E00CE8D-2291-4B02-8C5F-CD3CAFA92EA2}" type="presOf" srcId="{7437BB30-EC9E-45FD-AF6E-6D4FE73C4E5E}" destId="{0B83CE83-E789-41FF-A14E-B9D9365B8CB1}" srcOrd="0" destOrd="0" presId="urn:microsoft.com/office/officeart/2018/2/layout/IconVerticalSolidList"/>
    <dgm:cxn modelId="{9BBB75AE-236B-4CA9-82CE-54E6D833D856}" srcId="{5931DD81-F554-410B-9EA4-8D37CC229BDD}" destId="{6A191886-90A6-43A5-ADC8-FE2542B3BC69}" srcOrd="0" destOrd="0" parTransId="{EA2D1101-14CE-42F9-95E5-F7AD8BB4959F}" sibTransId="{12DCA444-0A02-454C-ABEF-27A32889BE47}"/>
    <dgm:cxn modelId="{4E91E5AF-BC82-4E33-BE0B-34379F8A96E4}" type="presOf" srcId="{A50DF8B7-C6BB-444C-8E6C-E504FAC2467C}" destId="{95F0004A-D4D9-4443-BB2A-C8B3F42D0EA2}" srcOrd="0" destOrd="1" presId="urn:microsoft.com/office/officeart/2018/2/layout/IconVerticalSolidList"/>
    <dgm:cxn modelId="{986837D2-8FF8-4D1A-BC93-F52517BB32D8}" srcId="{A63263C4-7C93-4B19-98BF-BB60E4B16751}" destId="{A50DF8B7-C6BB-444C-8E6C-E504FAC2467C}" srcOrd="1" destOrd="0" parTransId="{0A2464FC-1887-4003-A539-53B314BD99B6}" sibTransId="{2FD1ECA2-50DE-4FDC-8EF0-C0CD0FAECC1F}"/>
    <dgm:cxn modelId="{252570DD-4FB1-413D-8481-F822C39C0EF3}" srcId="{7437BB30-EC9E-45FD-AF6E-6D4FE73C4E5E}" destId="{011E5B56-7EC3-4B98-ABCE-EF14AA3096C6}" srcOrd="3" destOrd="0" parTransId="{03772C08-3F24-44FF-B4B5-CBE9D6D542CB}" sibTransId="{0109F3B6-A257-451A-8F70-F2AC3B110FE4}"/>
    <dgm:cxn modelId="{5F3274E2-CCA2-494B-9420-5B203AFAD367}" srcId="{A63263C4-7C93-4B19-98BF-BB60E4B16751}" destId="{8501F716-8755-4432-A95B-47F649666E46}" srcOrd="0" destOrd="0" parTransId="{C1ED5C64-EAF0-46F7-B081-28285B221275}" sibTransId="{B3102C0F-BACA-4852-8A72-33422DF60568}"/>
    <dgm:cxn modelId="{52AC289A-5985-4231-93CC-B0ECFFE40DEB}" type="presParOf" srcId="{0B83CE83-E789-41FF-A14E-B9D9365B8CB1}" destId="{5008060C-3ACC-4467-8905-805249A324A6}" srcOrd="0" destOrd="0" presId="urn:microsoft.com/office/officeart/2018/2/layout/IconVerticalSolidList"/>
    <dgm:cxn modelId="{846F098D-5840-4898-9958-D1A903A7D9EA}" type="presParOf" srcId="{5008060C-3ACC-4467-8905-805249A324A6}" destId="{EEE9F23A-6ED8-4DE9-B53D-0B0E619C00EE}" srcOrd="0" destOrd="0" presId="urn:microsoft.com/office/officeart/2018/2/layout/IconVerticalSolidList"/>
    <dgm:cxn modelId="{FE254403-CB72-4C7D-BAC2-E50AFF4573B4}" type="presParOf" srcId="{5008060C-3ACC-4467-8905-805249A324A6}" destId="{B7D7588B-5D0E-41E6-B45F-791732EC74DD}" srcOrd="1" destOrd="0" presId="urn:microsoft.com/office/officeart/2018/2/layout/IconVerticalSolidList"/>
    <dgm:cxn modelId="{661336C7-D6F7-4CA1-9D2C-988F0F17679C}" type="presParOf" srcId="{5008060C-3ACC-4467-8905-805249A324A6}" destId="{3D7F2FBD-DE47-470A-A5BC-2D178748E55F}" srcOrd="2" destOrd="0" presId="urn:microsoft.com/office/officeart/2018/2/layout/IconVerticalSolidList"/>
    <dgm:cxn modelId="{267F5C41-D509-47F7-807C-ABAD0CD4B7D6}" type="presParOf" srcId="{5008060C-3ACC-4467-8905-805249A324A6}" destId="{311FEF39-055D-448A-94B5-57551F97A5F4}" srcOrd="3" destOrd="0" presId="urn:microsoft.com/office/officeart/2018/2/layout/IconVerticalSolidList"/>
    <dgm:cxn modelId="{9E837F40-B2F9-43B3-BF34-9D298AD11FFA}" type="presParOf" srcId="{0B83CE83-E789-41FF-A14E-B9D9365B8CB1}" destId="{975C872E-D3A5-4EB4-A852-F7711A0FA7E7}" srcOrd="1" destOrd="0" presId="urn:microsoft.com/office/officeart/2018/2/layout/IconVerticalSolidList"/>
    <dgm:cxn modelId="{2C4313D0-4D1F-4414-9422-E8C85CC2152A}" type="presParOf" srcId="{0B83CE83-E789-41FF-A14E-B9D9365B8CB1}" destId="{09B926B9-9D30-4D6C-BC0F-41E8E6013729}" srcOrd="2" destOrd="0" presId="urn:microsoft.com/office/officeart/2018/2/layout/IconVerticalSolidList"/>
    <dgm:cxn modelId="{2A4DD8FF-99CD-45A1-9908-94A6AE3303BC}" type="presParOf" srcId="{09B926B9-9D30-4D6C-BC0F-41E8E6013729}" destId="{9FF5E976-4D9D-4E6E-8855-5BACAB3F6AA2}" srcOrd="0" destOrd="0" presId="urn:microsoft.com/office/officeart/2018/2/layout/IconVerticalSolidList"/>
    <dgm:cxn modelId="{9CEBCF1B-793E-40CC-97AE-B0AA51433CA3}" type="presParOf" srcId="{09B926B9-9D30-4D6C-BC0F-41E8E6013729}" destId="{3AFFB973-3088-4363-B2CD-32CC81D86238}" srcOrd="1" destOrd="0" presId="urn:microsoft.com/office/officeart/2018/2/layout/IconVerticalSolidList"/>
    <dgm:cxn modelId="{FDF6F067-506D-4631-9066-4E84897C2ADF}" type="presParOf" srcId="{09B926B9-9D30-4D6C-BC0F-41E8E6013729}" destId="{20755B6B-AB00-4CAD-A3A3-254759D14F8C}" srcOrd="2" destOrd="0" presId="urn:microsoft.com/office/officeart/2018/2/layout/IconVerticalSolidList"/>
    <dgm:cxn modelId="{793F63E8-0810-4E45-B58F-6A7C42E723CA}" type="presParOf" srcId="{09B926B9-9D30-4D6C-BC0F-41E8E6013729}" destId="{937C2953-2919-4C1D-8A4B-B5839C682502}" srcOrd="3" destOrd="0" presId="urn:microsoft.com/office/officeart/2018/2/layout/IconVerticalSolidList"/>
    <dgm:cxn modelId="{26E7D335-E18B-47D8-B406-EB3C6C932BF0}" type="presParOf" srcId="{09B926B9-9D30-4D6C-BC0F-41E8E6013729}" destId="{E4DE32FC-FA65-4A72-B153-143217985AF0}" srcOrd="4" destOrd="0" presId="urn:microsoft.com/office/officeart/2018/2/layout/IconVerticalSolidList"/>
    <dgm:cxn modelId="{41CEECF0-B590-4BDA-82E6-067A5333EC83}" type="presParOf" srcId="{0B83CE83-E789-41FF-A14E-B9D9365B8CB1}" destId="{DE63DEC2-79A2-47FB-ADE9-97D2D1C8C396}" srcOrd="3" destOrd="0" presId="urn:microsoft.com/office/officeart/2018/2/layout/IconVerticalSolidList"/>
    <dgm:cxn modelId="{6DADA28F-A557-426B-B866-F09DC34E19B0}" type="presParOf" srcId="{0B83CE83-E789-41FF-A14E-B9D9365B8CB1}" destId="{866E16FD-B75F-42A0-A19B-2E2E5BFC06C4}" srcOrd="4" destOrd="0" presId="urn:microsoft.com/office/officeart/2018/2/layout/IconVerticalSolidList"/>
    <dgm:cxn modelId="{28946404-EA19-4A37-828C-112A1D8FEF88}" type="presParOf" srcId="{866E16FD-B75F-42A0-A19B-2E2E5BFC06C4}" destId="{17C77DF4-4F6B-4968-B380-58729011FF53}" srcOrd="0" destOrd="0" presId="urn:microsoft.com/office/officeart/2018/2/layout/IconVerticalSolidList"/>
    <dgm:cxn modelId="{CDDB4B1A-A59D-4491-BC0C-5E740D1B20D1}" type="presParOf" srcId="{866E16FD-B75F-42A0-A19B-2E2E5BFC06C4}" destId="{4DBFF9E5-E7D3-4D4B-B842-522425913994}" srcOrd="1" destOrd="0" presId="urn:microsoft.com/office/officeart/2018/2/layout/IconVerticalSolidList"/>
    <dgm:cxn modelId="{F7F416FC-4A31-4D2A-B865-27296DEC3984}" type="presParOf" srcId="{866E16FD-B75F-42A0-A19B-2E2E5BFC06C4}" destId="{0572EF71-465D-43F6-BF55-8DFF96E87E6D}" srcOrd="2" destOrd="0" presId="urn:microsoft.com/office/officeart/2018/2/layout/IconVerticalSolidList"/>
    <dgm:cxn modelId="{13142EC9-8988-463B-BE1F-C04BE2593AF5}" type="presParOf" srcId="{866E16FD-B75F-42A0-A19B-2E2E5BFC06C4}" destId="{B2E94032-3EA4-49FE-94DC-C7E3A1BF5E8D}" srcOrd="3" destOrd="0" presId="urn:microsoft.com/office/officeart/2018/2/layout/IconVerticalSolidList"/>
    <dgm:cxn modelId="{241A0106-50F4-4894-BD4F-8B4F1B1BEAEF}" type="presParOf" srcId="{866E16FD-B75F-42A0-A19B-2E2E5BFC06C4}" destId="{95F0004A-D4D9-4443-BB2A-C8B3F42D0EA2}" srcOrd="4" destOrd="0" presId="urn:microsoft.com/office/officeart/2018/2/layout/IconVerticalSolidList"/>
    <dgm:cxn modelId="{7FAB2A2D-7765-41AB-834D-E1234AFB2A79}" type="presParOf" srcId="{0B83CE83-E789-41FF-A14E-B9D9365B8CB1}" destId="{C6515330-F695-4057-A763-C5F31BBBA8F7}" srcOrd="5" destOrd="0" presId="urn:microsoft.com/office/officeart/2018/2/layout/IconVerticalSolidList"/>
    <dgm:cxn modelId="{93247745-4A2C-4813-9934-BAF19B298DD1}" type="presParOf" srcId="{0B83CE83-E789-41FF-A14E-B9D9365B8CB1}" destId="{251BDDC8-9C50-4981-87C1-F3C8CCC27C53}" srcOrd="6" destOrd="0" presId="urn:microsoft.com/office/officeart/2018/2/layout/IconVerticalSolidList"/>
    <dgm:cxn modelId="{3629E2E8-246E-4A7B-8641-4089E3F90DB0}" type="presParOf" srcId="{251BDDC8-9C50-4981-87C1-F3C8CCC27C53}" destId="{D4A3CA5F-6E97-4877-AB6D-16429BD0FA8E}" srcOrd="0" destOrd="0" presId="urn:microsoft.com/office/officeart/2018/2/layout/IconVerticalSolidList"/>
    <dgm:cxn modelId="{D5CF65AD-3B59-4957-9ADE-2BD44F90E183}" type="presParOf" srcId="{251BDDC8-9C50-4981-87C1-F3C8CCC27C53}" destId="{1BBE0811-695F-4910-A2A4-D0F7B9FB8231}" srcOrd="1" destOrd="0" presId="urn:microsoft.com/office/officeart/2018/2/layout/IconVerticalSolidList"/>
    <dgm:cxn modelId="{ACFEB0A5-B66A-4E4B-B0F2-296557945D8E}" type="presParOf" srcId="{251BDDC8-9C50-4981-87C1-F3C8CCC27C53}" destId="{78782F7E-9FDB-4962-893E-0D3E53ABD5B6}" srcOrd="2" destOrd="0" presId="urn:microsoft.com/office/officeart/2018/2/layout/IconVerticalSolidList"/>
    <dgm:cxn modelId="{4C2A9F02-DFEE-4B2B-A65C-1B2CD7B7DE2D}" type="presParOf" srcId="{251BDDC8-9C50-4981-87C1-F3C8CCC27C53}" destId="{4979046A-0BD4-4ADF-9D35-666D862638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1C7D0C-293A-4DF8-A967-523FE9DCCAF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FF8FC75-1AB6-429F-AF74-986DA9A4F021}">
      <dgm:prSet/>
      <dgm:spPr/>
      <dgm:t>
        <a:bodyPr/>
        <a:lstStyle/>
        <a:p>
          <a:r>
            <a:rPr lang="en-US"/>
            <a:t>Click the account icon at the bottom-left (silhouette) of the VS Code window.</a:t>
          </a:r>
        </a:p>
      </dgm:t>
    </dgm:pt>
    <dgm:pt modelId="{CF584046-6B1C-4B7D-9EDB-BC2109105664}" type="parTrans" cxnId="{2E1A2C8C-C17A-4A9F-8603-6AFD26CAAC66}">
      <dgm:prSet/>
      <dgm:spPr/>
      <dgm:t>
        <a:bodyPr/>
        <a:lstStyle/>
        <a:p>
          <a:endParaRPr lang="en-US"/>
        </a:p>
      </dgm:t>
    </dgm:pt>
    <dgm:pt modelId="{611C8049-553B-46F6-9C93-736D2022CD05}" type="sibTrans" cxnId="{2E1A2C8C-C17A-4A9F-8603-6AFD26CAAC66}">
      <dgm:prSet/>
      <dgm:spPr/>
      <dgm:t>
        <a:bodyPr/>
        <a:lstStyle/>
        <a:p>
          <a:endParaRPr lang="en-US"/>
        </a:p>
      </dgm:t>
    </dgm:pt>
    <dgm:pt modelId="{8372E43D-DC5C-4DC2-8B5B-11569DC062E4}">
      <dgm:prSet/>
      <dgm:spPr/>
      <dgm:t>
        <a:bodyPr/>
        <a:lstStyle/>
        <a:p>
          <a:r>
            <a:rPr lang="en-US"/>
            <a:t>Choose "Sign Out" from GitHub. Without auth, Copilot Chat cannot reach its API.</a:t>
          </a:r>
        </a:p>
      </dgm:t>
    </dgm:pt>
    <dgm:pt modelId="{5400AB9D-FBC2-4E37-B1B8-34A395EB2430}" type="parTrans" cxnId="{0DF6B8A3-6426-417B-A4BB-22317F9B483C}">
      <dgm:prSet/>
      <dgm:spPr/>
      <dgm:t>
        <a:bodyPr/>
        <a:lstStyle/>
        <a:p>
          <a:endParaRPr lang="en-US"/>
        </a:p>
      </dgm:t>
    </dgm:pt>
    <dgm:pt modelId="{693BED16-6160-4183-85A4-CD8D363B7E03}" type="sibTrans" cxnId="{0DF6B8A3-6426-417B-A4BB-22317F9B483C}">
      <dgm:prSet/>
      <dgm:spPr/>
      <dgm:t>
        <a:bodyPr/>
        <a:lstStyle/>
        <a:p>
          <a:endParaRPr lang="en-US"/>
        </a:p>
      </dgm:t>
    </dgm:pt>
    <dgm:pt modelId="{2A735B72-3C00-4411-95DB-225E5AF37207}">
      <dgm:prSet/>
      <dgm:spPr/>
      <dgm:t>
        <a:bodyPr/>
        <a:lstStyle/>
        <a:p>
          <a:r>
            <a:rPr lang="en-US"/>
            <a:t>The menu items remain visible but clicking them errors locally with no outbound.</a:t>
          </a:r>
        </a:p>
      </dgm:t>
    </dgm:pt>
    <dgm:pt modelId="{1998768F-90BA-4512-A16F-16472AE8F8BA}" type="parTrans" cxnId="{A13F0DE7-98C0-4133-B09B-58993C01DABC}">
      <dgm:prSet/>
      <dgm:spPr/>
      <dgm:t>
        <a:bodyPr/>
        <a:lstStyle/>
        <a:p>
          <a:endParaRPr lang="en-US"/>
        </a:p>
      </dgm:t>
    </dgm:pt>
    <dgm:pt modelId="{50EDF6B9-65B6-403F-B073-028C6B48D762}" type="sibTrans" cxnId="{A13F0DE7-98C0-4133-B09B-58993C01DABC}">
      <dgm:prSet/>
      <dgm:spPr/>
      <dgm:t>
        <a:bodyPr/>
        <a:lstStyle/>
        <a:p>
          <a:endParaRPr lang="en-US"/>
        </a:p>
      </dgm:t>
    </dgm:pt>
    <dgm:pt modelId="{6757BEB2-6CF8-4D0D-85B4-CB19DE059E3E}" type="pres">
      <dgm:prSet presAssocID="{BC1C7D0C-293A-4DF8-A967-523FE9DCCAFE}" presName="root" presStyleCnt="0">
        <dgm:presLayoutVars>
          <dgm:dir/>
          <dgm:resizeHandles val="exact"/>
        </dgm:presLayoutVars>
      </dgm:prSet>
      <dgm:spPr/>
    </dgm:pt>
    <dgm:pt modelId="{67B1DE4C-D407-4266-BCAB-F923D066538C}" type="pres">
      <dgm:prSet presAssocID="{3FF8FC75-1AB6-429F-AF74-986DA9A4F021}" presName="compNode" presStyleCnt="0"/>
      <dgm:spPr/>
    </dgm:pt>
    <dgm:pt modelId="{ABEC4B01-D8E0-4638-B4EF-B2EF04850281}" type="pres">
      <dgm:prSet presAssocID="{3FF8FC75-1AB6-429F-AF74-986DA9A4F02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6878F25D-9AF7-4E82-B3B1-CFE858DBEB42}" type="pres">
      <dgm:prSet presAssocID="{3FF8FC75-1AB6-429F-AF74-986DA9A4F021}" presName="spaceRect" presStyleCnt="0"/>
      <dgm:spPr/>
    </dgm:pt>
    <dgm:pt modelId="{E5A79192-2640-43A6-A13B-3D2CB57082A7}" type="pres">
      <dgm:prSet presAssocID="{3FF8FC75-1AB6-429F-AF74-986DA9A4F021}" presName="textRect" presStyleLbl="revTx" presStyleIdx="0" presStyleCnt="3">
        <dgm:presLayoutVars>
          <dgm:chMax val="1"/>
          <dgm:chPref val="1"/>
        </dgm:presLayoutVars>
      </dgm:prSet>
      <dgm:spPr/>
    </dgm:pt>
    <dgm:pt modelId="{EE8E7C4C-B293-4480-B877-5AF932834E97}" type="pres">
      <dgm:prSet presAssocID="{611C8049-553B-46F6-9C93-736D2022CD05}" presName="sibTrans" presStyleCnt="0"/>
      <dgm:spPr/>
    </dgm:pt>
    <dgm:pt modelId="{BB5849AA-9E44-4895-B2F1-EC5C836DEB09}" type="pres">
      <dgm:prSet presAssocID="{8372E43D-DC5C-4DC2-8B5B-11569DC062E4}" presName="compNode" presStyleCnt="0"/>
      <dgm:spPr/>
    </dgm:pt>
    <dgm:pt modelId="{2D6B0835-CEFA-43F3-8624-74BACC2D1A96}" type="pres">
      <dgm:prSet presAssocID="{8372E43D-DC5C-4DC2-8B5B-11569DC062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19538BCC-C2CC-4C08-98F2-033102E984F5}" type="pres">
      <dgm:prSet presAssocID="{8372E43D-DC5C-4DC2-8B5B-11569DC062E4}" presName="spaceRect" presStyleCnt="0"/>
      <dgm:spPr/>
    </dgm:pt>
    <dgm:pt modelId="{A407547A-1199-4199-BE7E-68C6EEDC43ED}" type="pres">
      <dgm:prSet presAssocID="{8372E43D-DC5C-4DC2-8B5B-11569DC062E4}" presName="textRect" presStyleLbl="revTx" presStyleIdx="1" presStyleCnt="3">
        <dgm:presLayoutVars>
          <dgm:chMax val="1"/>
          <dgm:chPref val="1"/>
        </dgm:presLayoutVars>
      </dgm:prSet>
      <dgm:spPr/>
    </dgm:pt>
    <dgm:pt modelId="{67D2E36A-109F-4FCC-9672-8E92F38C7634}" type="pres">
      <dgm:prSet presAssocID="{693BED16-6160-4183-85A4-CD8D363B7E03}" presName="sibTrans" presStyleCnt="0"/>
      <dgm:spPr/>
    </dgm:pt>
    <dgm:pt modelId="{1CA2F5B6-5EA6-4749-B915-E3C75DD5B85B}" type="pres">
      <dgm:prSet presAssocID="{2A735B72-3C00-4411-95DB-225E5AF37207}" presName="compNode" presStyleCnt="0"/>
      <dgm:spPr/>
    </dgm:pt>
    <dgm:pt modelId="{B8101B67-85E8-4564-9BEB-B21439259B11}" type="pres">
      <dgm:prSet presAssocID="{2A735B72-3C00-4411-95DB-225E5AF372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B79EDF7E-EE14-4AB7-A596-5776D6574283}" type="pres">
      <dgm:prSet presAssocID="{2A735B72-3C00-4411-95DB-225E5AF37207}" presName="spaceRect" presStyleCnt="0"/>
      <dgm:spPr/>
    </dgm:pt>
    <dgm:pt modelId="{3B9EFBF5-7865-455A-BCB1-2AEF5622997F}" type="pres">
      <dgm:prSet presAssocID="{2A735B72-3C00-4411-95DB-225E5AF372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224A229-BD13-4B0D-B77F-C740F154DB46}" type="presOf" srcId="{3FF8FC75-1AB6-429F-AF74-986DA9A4F021}" destId="{E5A79192-2640-43A6-A13B-3D2CB57082A7}" srcOrd="0" destOrd="0" presId="urn:microsoft.com/office/officeart/2018/2/layout/IconLabelList"/>
    <dgm:cxn modelId="{2E1A2C8C-C17A-4A9F-8603-6AFD26CAAC66}" srcId="{BC1C7D0C-293A-4DF8-A967-523FE9DCCAFE}" destId="{3FF8FC75-1AB6-429F-AF74-986DA9A4F021}" srcOrd="0" destOrd="0" parTransId="{CF584046-6B1C-4B7D-9EDB-BC2109105664}" sibTransId="{611C8049-553B-46F6-9C93-736D2022CD05}"/>
    <dgm:cxn modelId="{A6B9E795-3A20-4FA2-A0E4-A925D0605F6C}" type="presOf" srcId="{8372E43D-DC5C-4DC2-8B5B-11569DC062E4}" destId="{A407547A-1199-4199-BE7E-68C6EEDC43ED}" srcOrd="0" destOrd="0" presId="urn:microsoft.com/office/officeart/2018/2/layout/IconLabelList"/>
    <dgm:cxn modelId="{0DF6B8A3-6426-417B-A4BB-22317F9B483C}" srcId="{BC1C7D0C-293A-4DF8-A967-523FE9DCCAFE}" destId="{8372E43D-DC5C-4DC2-8B5B-11569DC062E4}" srcOrd="1" destOrd="0" parTransId="{5400AB9D-FBC2-4E37-B1B8-34A395EB2430}" sibTransId="{693BED16-6160-4183-85A4-CD8D363B7E03}"/>
    <dgm:cxn modelId="{05EC17AE-D53D-44D3-B93B-78C80F87FE95}" type="presOf" srcId="{2A735B72-3C00-4411-95DB-225E5AF37207}" destId="{3B9EFBF5-7865-455A-BCB1-2AEF5622997F}" srcOrd="0" destOrd="0" presId="urn:microsoft.com/office/officeart/2018/2/layout/IconLabelList"/>
    <dgm:cxn modelId="{A13F0DE7-98C0-4133-B09B-58993C01DABC}" srcId="{BC1C7D0C-293A-4DF8-A967-523FE9DCCAFE}" destId="{2A735B72-3C00-4411-95DB-225E5AF37207}" srcOrd="2" destOrd="0" parTransId="{1998768F-90BA-4512-A16F-16472AE8F8BA}" sibTransId="{50EDF6B9-65B6-403F-B073-028C6B48D762}"/>
    <dgm:cxn modelId="{B2297FFA-8ADC-4194-B3DF-123C56145BF3}" type="presOf" srcId="{BC1C7D0C-293A-4DF8-A967-523FE9DCCAFE}" destId="{6757BEB2-6CF8-4D0D-85B4-CB19DE059E3E}" srcOrd="0" destOrd="0" presId="urn:microsoft.com/office/officeart/2018/2/layout/IconLabelList"/>
    <dgm:cxn modelId="{BC56022B-C5F5-492A-B550-CCA82A68CD4E}" type="presParOf" srcId="{6757BEB2-6CF8-4D0D-85B4-CB19DE059E3E}" destId="{67B1DE4C-D407-4266-BCAB-F923D066538C}" srcOrd="0" destOrd="0" presId="urn:microsoft.com/office/officeart/2018/2/layout/IconLabelList"/>
    <dgm:cxn modelId="{3563A5F0-4289-4B40-8658-7C81A7BFFAA2}" type="presParOf" srcId="{67B1DE4C-D407-4266-BCAB-F923D066538C}" destId="{ABEC4B01-D8E0-4638-B4EF-B2EF04850281}" srcOrd="0" destOrd="0" presId="urn:microsoft.com/office/officeart/2018/2/layout/IconLabelList"/>
    <dgm:cxn modelId="{C26DDA3B-DBCA-4ECA-88E6-05E0A8AF864B}" type="presParOf" srcId="{67B1DE4C-D407-4266-BCAB-F923D066538C}" destId="{6878F25D-9AF7-4E82-B3B1-CFE858DBEB42}" srcOrd="1" destOrd="0" presId="urn:microsoft.com/office/officeart/2018/2/layout/IconLabelList"/>
    <dgm:cxn modelId="{DD0BF83A-88D0-4259-ABDE-F64E17F22EBE}" type="presParOf" srcId="{67B1DE4C-D407-4266-BCAB-F923D066538C}" destId="{E5A79192-2640-43A6-A13B-3D2CB57082A7}" srcOrd="2" destOrd="0" presId="urn:microsoft.com/office/officeart/2018/2/layout/IconLabelList"/>
    <dgm:cxn modelId="{82D377CF-6F36-4D5C-AC89-2C03EB9C5640}" type="presParOf" srcId="{6757BEB2-6CF8-4D0D-85B4-CB19DE059E3E}" destId="{EE8E7C4C-B293-4480-B877-5AF932834E97}" srcOrd="1" destOrd="0" presId="urn:microsoft.com/office/officeart/2018/2/layout/IconLabelList"/>
    <dgm:cxn modelId="{4771D6ED-80F1-40A9-8806-523EAF7E0DFB}" type="presParOf" srcId="{6757BEB2-6CF8-4D0D-85B4-CB19DE059E3E}" destId="{BB5849AA-9E44-4895-B2F1-EC5C836DEB09}" srcOrd="2" destOrd="0" presId="urn:microsoft.com/office/officeart/2018/2/layout/IconLabelList"/>
    <dgm:cxn modelId="{9EA2044C-F644-4841-BCE8-47201C0F2021}" type="presParOf" srcId="{BB5849AA-9E44-4895-B2F1-EC5C836DEB09}" destId="{2D6B0835-CEFA-43F3-8624-74BACC2D1A96}" srcOrd="0" destOrd="0" presId="urn:microsoft.com/office/officeart/2018/2/layout/IconLabelList"/>
    <dgm:cxn modelId="{940BBA24-4F96-43CA-9AF4-93B7D1F7BDE7}" type="presParOf" srcId="{BB5849AA-9E44-4895-B2F1-EC5C836DEB09}" destId="{19538BCC-C2CC-4C08-98F2-033102E984F5}" srcOrd="1" destOrd="0" presId="urn:microsoft.com/office/officeart/2018/2/layout/IconLabelList"/>
    <dgm:cxn modelId="{BB9BF95A-6B96-4FF0-A166-418807FA9D13}" type="presParOf" srcId="{BB5849AA-9E44-4895-B2F1-EC5C836DEB09}" destId="{A407547A-1199-4199-BE7E-68C6EEDC43ED}" srcOrd="2" destOrd="0" presId="urn:microsoft.com/office/officeart/2018/2/layout/IconLabelList"/>
    <dgm:cxn modelId="{3716E9B7-E150-4DFD-A6BB-FB66356D6585}" type="presParOf" srcId="{6757BEB2-6CF8-4D0D-85B4-CB19DE059E3E}" destId="{67D2E36A-109F-4FCC-9672-8E92F38C7634}" srcOrd="3" destOrd="0" presId="urn:microsoft.com/office/officeart/2018/2/layout/IconLabelList"/>
    <dgm:cxn modelId="{CEB324A4-22C5-48D9-9D14-F89C43EDBF02}" type="presParOf" srcId="{6757BEB2-6CF8-4D0D-85B4-CB19DE059E3E}" destId="{1CA2F5B6-5EA6-4749-B915-E3C75DD5B85B}" srcOrd="4" destOrd="0" presId="urn:microsoft.com/office/officeart/2018/2/layout/IconLabelList"/>
    <dgm:cxn modelId="{05D6588F-D2E3-469E-9C86-5D9DD31D786C}" type="presParOf" srcId="{1CA2F5B6-5EA6-4749-B915-E3C75DD5B85B}" destId="{B8101B67-85E8-4564-9BEB-B21439259B11}" srcOrd="0" destOrd="0" presId="urn:microsoft.com/office/officeart/2018/2/layout/IconLabelList"/>
    <dgm:cxn modelId="{67839A7B-3125-48B6-8997-9651BB87B913}" type="presParOf" srcId="{1CA2F5B6-5EA6-4749-B915-E3C75DD5B85B}" destId="{B79EDF7E-EE14-4AB7-A596-5776D6574283}" srcOrd="1" destOrd="0" presId="urn:microsoft.com/office/officeart/2018/2/layout/IconLabelList"/>
    <dgm:cxn modelId="{82F4C244-2411-49E3-A880-9F6E96221394}" type="presParOf" srcId="{1CA2F5B6-5EA6-4749-B915-E3C75DD5B85B}" destId="{3B9EFBF5-7865-455A-BCB1-2AEF5622997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8FCD8CE-2775-4703-92B5-7C17039E7DA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E9CDA17-2773-4A37-A982-274555817438}">
      <dgm:prSet/>
      <dgm:spPr/>
      <dgm:t>
        <a:bodyPr/>
        <a:lstStyle/>
        <a:p>
          <a:r>
            <a:rPr lang="en-US"/>
            <a:t>If you'd rather keep the icons gone, in workspace settings (.vscode/settings.json):</a:t>
          </a:r>
        </a:p>
      </dgm:t>
    </dgm:pt>
    <dgm:pt modelId="{87EBFD5C-22AE-45EF-8891-EB161F71E91E}" type="parTrans" cxnId="{2B197CAC-0760-419C-A63E-92CBC9D41A6A}">
      <dgm:prSet/>
      <dgm:spPr/>
      <dgm:t>
        <a:bodyPr/>
        <a:lstStyle/>
        <a:p>
          <a:endParaRPr lang="en-US"/>
        </a:p>
      </dgm:t>
    </dgm:pt>
    <dgm:pt modelId="{C1F74A16-9D31-4CD8-8E04-B6363562DB53}" type="sibTrans" cxnId="{2B197CAC-0760-419C-A63E-92CBC9D41A6A}">
      <dgm:prSet/>
      <dgm:spPr/>
      <dgm:t>
        <a:bodyPr/>
        <a:lstStyle/>
        <a:p>
          <a:endParaRPr lang="en-US"/>
        </a:p>
      </dgm:t>
    </dgm:pt>
    <dgm:pt modelId="{DB20C7A5-70AD-40A1-93E1-CC4D9E216C42}">
      <dgm:prSet/>
      <dgm:spPr/>
      <dgm:t>
        <a:bodyPr/>
        <a:lstStyle/>
        <a:p>
          <a:r>
            <a:rPr lang="en-US"/>
            <a:t>"chat.disableAIFeatures": true</a:t>
          </a:r>
        </a:p>
      </dgm:t>
    </dgm:pt>
    <dgm:pt modelId="{035B253A-2247-42DC-8F38-17B2CBC1F879}" type="parTrans" cxnId="{302B969F-2B77-49C6-A375-DEBA023BE8FC}">
      <dgm:prSet/>
      <dgm:spPr/>
      <dgm:t>
        <a:bodyPr/>
        <a:lstStyle/>
        <a:p>
          <a:endParaRPr lang="en-US"/>
        </a:p>
      </dgm:t>
    </dgm:pt>
    <dgm:pt modelId="{DAA0B001-312B-4B28-B3CF-D852F76B7442}" type="sibTrans" cxnId="{302B969F-2B77-49C6-A375-DEBA023BE8FC}">
      <dgm:prSet/>
      <dgm:spPr/>
      <dgm:t>
        <a:bodyPr/>
        <a:lstStyle/>
        <a:p>
          <a:endParaRPr lang="en-US"/>
        </a:p>
      </dgm:t>
    </dgm:pt>
    <dgm:pt modelId="{5E0E42B3-8BD2-4A5E-96C7-7D9CB49AD8D7}">
      <dgm:prSet/>
      <dgm:spPr/>
      <dgm:t>
        <a:bodyPr/>
        <a:lstStyle/>
        <a:p>
          <a:r>
            <a:rPr lang="en-US"/>
            <a:t>Recent VS Code releases honour this as a hard switch.</a:t>
          </a:r>
        </a:p>
      </dgm:t>
    </dgm:pt>
    <dgm:pt modelId="{D3AEEC35-1294-4B8D-BB2E-3F9DA1DADEA3}" type="parTrans" cxnId="{C3AD8087-561E-4713-96A0-C59413A0ABC1}">
      <dgm:prSet/>
      <dgm:spPr/>
      <dgm:t>
        <a:bodyPr/>
        <a:lstStyle/>
        <a:p>
          <a:endParaRPr lang="en-US"/>
        </a:p>
      </dgm:t>
    </dgm:pt>
    <dgm:pt modelId="{920F6A4A-F277-4713-ABA6-3BA328601189}" type="sibTrans" cxnId="{C3AD8087-561E-4713-96A0-C59413A0ABC1}">
      <dgm:prSet/>
      <dgm:spPr/>
      <dgm:t>
        <a:bodyPr/>
        <a:lstStyle/>
        <a:p>
          <a:endParaRPr lang="en-US"/>
        </a:p>
      </dgm:t>
    </dgm:pt>
    <dgm:pt modelId="{FC32BFB3-22BF-49E0-85A1-FEE97C27AEF3}">
      <dgm:prSet/>
      <dgm:spPr/>
      <dgm:t>
        <a:bodyPr/>
        <a:lstStyle/>
        <a:p>
          <a:r>
            <a:rPr lang="en-US"/>
            <a:t>Best practice: a separate signed-out window for any sensitive standards work.</a:t>
          </a:r>
        </a:p>
      </dgm:t>
    </dgm:pt>
    <dgm:pt modelId="{77C3F6F1-9DB0-4227-ABC7-D7B23290D05F}" type="parTrans" cxnId="{3D0EB25A-D7E8-4D1D-8775-A666355FF063}">
      <dgm:prSet/>
      <dgm:spPr/>
      <dgm:t>
        <a:bodyPr/>
        <a:lstStyle/>
        <a:p>
          <a:endParaRPr lang="en-US"/>
        </a:p>
      </dgm:t>
    </dgm:pt>
    <dgm:pt modelId="{5BC1BDC1-371C-489F-9BC4-F99804B4D49B}" type="sibTrans" cxnId="{3D0EB25A-D7E8-4D1D-8775-A666355FF063}">
      <dgm:prSet/>
      <dgm:spPr/>
      <dgm:t>
        <a:bodyPr/>
        <a:lstStyle/>
        <a:p>
          <a:endParaRPr lang="en-US"/>
        </a:p>
      </dgm:t>
    </dgm:pt>
    <dgm:pt modelId="{CF116FEB-4160-4E87-95F5-28F3C2925B44}">
      <dgm:prSet/>
      <dgm:spPr/>
      <dgm:t>
        <a:bodyPr/>
        <a:lstStyle/>
        <a:p>
          <a:r>
            <a:rPr lang="en-US"/>
            <a:t>Re-sign-in is one click when you switch to non-confidential projects.</a:t>
          </a:r>
        </a:p>
      </dgm:t>
    </dgm:pt>
    <dgm:pt modelId="{20E0BBF7-075B-4F0D-BBFD-FF7C0CE576B9}" type="parTrans" cxnId="{AEE61520-4149-4C29-B627-2D928623BBAD}">
      <dgm:prSet/>
      <dgm:spPr/>
      <dgm:t>
        <a:bodyPr/>
        <a:lstStyle/>
        <a:p>
          <a:endParaRPr lang="en-US"/>
        </a:p>
      </dgm:t>
    </dgm:pt>
    <dgm:pt modelId="{A9E7E645-EA2E-444F-868F-EF8CE91FDF80}" type="sibTrans" cxnId="{AEE61520-4149-4C29-B627-2D928623BBAD}">
      <dgm:prSet/>
      <dgm:spPr/>
      <dgm:t>
        <a:bodyPr/>
        <a:lstStyle/>
        <a:p>
          <a:endParaRPr lang="en-US"/>
        </a:p>
      </dgm:t>
    </dgm:pt>
    <dgm:pt modelId="{000B85E0-06BE-473F-90F7-55E0D0BFF36A}" type="pres">
      <dgm:prSet presAssocID="{88FCD8CE-2775-4703-92B5-7C17039E7DA5}" presName="root" presStyleCnt="0">
        <dgm:presLayoutVars>
          <dgm:dir/>
          <dgm:resizeHandles val="exact"/>
        </dgm:presLayoutVars>
      </dgm:prSet>
      <dgm:spPr/>
    </dgm:pt>
    <dgm:pt modelId="{03618283-BBD2-4A08-9167-5C27327D9501}" type="pres">
      <dgm:prSet presAssocID="{BE9CDA17-2773-4A37-A982-274555817438}" presName="compNode" presStyleCnt="0"/>
      <dgm:spPr/>
    </dgm:pt>
    <dgm:pt modelId="{8B1283AD-F913-47DD-8E21-9702E793EA4B}" type="pres">
      <dgm:prSet presAssocID="{BE9CDA17-2773-4A37-A982-274555817438}" presName="bgRect" presStyleLbl="bgShp" presStyleIdx="0" presStyleCnt="4"/>
      <dgm:spPr/>
    </dgm:pt>
    <dgm:pt modelId="{7EA23C75-126B-46A5-93D8-BED9CDAA1E19}" type="pres">
      <dgm:prSet presAssocID="{BE9CDA17-2773-4A37-A982-2745558174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78FF628C-4EE0-4623-8C55-BEDB45CFAC2C}" type="pres">
      <dgm:prSet presAssocID="{BE9CDA17-2773-4A37-A982-274555817438}" presName="spaceRect" presStyleCnt="0"/>
      <dgm:spPr/>
    </dgm:pt>
    <dgm:pt modelId="{2EE52774-CA87-48E0-81A0-B25CF5F2BEA0}" type="pres">
      <dgm:prSet presAssocID="{BE9CDA17-2773-4A37-A982-274555817438}" presName="parTx" presStyleLbl="revTx" presStyleIdx="0" presStyleCnt="5">
        <dgm:presLayoutVars>
          <dgm:chMax val="0"/>
          <dgm:chPref val="0"/>
        </dgm:presLayoutVars>
      </dgm:prSet>
      <dgm:spPr/>
    </dgm:pt>
    <dgm:pt modelId="{8F13BBD7-436E-42EE-8480-03AB37E8FA6D}" type="pres">
      <dgm:prSet presAssocID="{BE9CDA17-2773-4A37-A982-274555817438}" presName="desTx" presStyleLbl="revTx" presStyleIdx="1" presStyleCnt="5">
        <dgm:presLayoutVars/>
      </dgm:prSet>
      <dgm:spPr/>
    </dgm:pt>
    <dgm:pt modelId="{48C85218-88E0-4E7F-8022-AD4E4C9DECFC}" type="pres">
      <dgm:prSet presAssocID="{C1F74A16-9D31-4CD8-8E04-B6363562DB53}" presName="sibTrans" presStyleCnt="0"/>
      <dgm:spPr/>
    </dgm:pt>
    <dgm:pt modelId="{881F49D6-EEC8-4EDE-B480-46DC344830AB}" type="pres">
      <dgm:prSet presAssocID="{5E0E42B3-8BD2-4A5E-96C7-7D9CB49AD8D7}" presName="compNode" presStyleCnt="0"/>
      <dgm:spPr/>
    </dgm:pt>
    <dgm:pt modelId="{6F623B0F-7488-4852-BA0B-E61DFEBC8F91}" type="pres">
      <dgm:prSet presAssocID="{5E0E42B3-8BD2-4A5E-96C7-7D9CB49AD8D7}" presName="bgRect" presStyleLbl="bgShp" presStyleIdx="1" presStyleCnt="4"/>
      <dgm:spPr/>
    </dgm:pt>
    <dgm:pt modelId="{F3B13F3A-2860-4A51-912E-9D768A52E51E}" type="pres">
      <dgm:prSet presAssocID="{5E0E42B3-8BD2-4A5E-96C7-7D9CB49AD8D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03FE11F-ED60-418C-8D43-4FDB606A55E9}" type="pres">
      <dgm:prSet presAssocID="{5E0E42B3-8BD2-4A5E-96C7-7D9CB49AD8D7}" presName="spaceRect" presStyleCnt="0"/>
      <dgm:spPr/>
    </dgm:pt>
    <dgm:pt modelId="{3A5E3A27-A264-49BF-8883-49977CD5D48A}" type="pres">
      <dgm:prSet presAssocID="{5E0E42B3-8BD2-4A5E-96C7-7D9CB49AD8D7}" presName="parTx" presStyleLbl="revTx" presStyleIdx="2" presStyleCnt="5">
        <dgm:presLayoutVars>
          <dgm:chMax val="0"/>
          <dgm:chPref val="0"/>
        </dgm:presLayoutVars>
      </dgm:prSet>
      <dgm:spPr/>
    </dgm:pt>
    <dgm:pt modelId="{444EE629-03E1-4EB9-8814-D17D0A42428E}" type="pres">
      <dgm:prSet presAssocID="{920F6A4A-F277-4713-ABA6-3BA328601189}" presName="sibTrans" presStyleCnt="0"/>
      <dgm:spPr/>
    </dgm:pt>
    <dgm:pt modelId="{2A566E24-03B5-4805-811E-00B88612B5F1}" type="pres">
      <dgm:prSet presAssocID="{FC32BFB3-22BF-49E0-85A1-FEE97C27AEF3}" presName="compNode" presStyleCnt="0"/>
      <dgm:spPr/>
    </dgm:pt>
    <dgm:pt modelId="{BA038874-AE86-4AFC-A95B-915B2D951C3A}" type="pres">
      <dgm:prSet presAssocID="{FC32BFB3-22BF-49E0-85A1-FEE97C27AEF3}" presName="bgRect" presStyleLbl="bgShp" presStyleIdx="2" presStyleCnt="4"/>
      <dgm:spPr/>
    </dgm:pt>
    <dgm:pt modelId="{CE464FDF-EEA3-40A3-9937-D5740DE38021}" type="pres">
      <dgm:prSet presAssocID="{FC32BFB3-22BF-49E0-85A1-FEE97C27AEF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71BA2F7-D8EF-431F-B96F-4CAAC9E67C25}" type="pres">
      <dgm:prSet presAssocID="{FC32BFB3-22BF-49E0-85A1-FEE97C27AEF3}" presName="spaceRect" presStyleCnt="0"/>
      <dgm:spPr/>
    </dgm:pt>
    <dgm:pt modelId="{A079ACFB-EF5A-46E6-BF83-944F48902CFA}" type="pres">
      <dgm:prSet presAssocID="{FC32BFB3-22BF-49E0-85A1-FEE97C27AEF3}" presName="parTx" presStyleLbl="revTx" presStyleIdx="3" presStyleCnt="5">
        <dgm:presLayoutVars>
          <dgm:chMax val="0"/>
          <dgm:chPref val="0"/>
        </dgm:presLayoutVars>
      </dgm:prSet>
      <dgm:spPr/>
    </dgm:pt>
    <dgm:pt modelId="{8B4AFB92-5B83-4CAB-A296-3F6F0F759FAB}" type="pres">
      <dgm:prSet presAssocID="{5BC1BDC1-371C-489F-9BC4-F99804B4D49B}" presName="sibTrans" presStyleCnt="0"/>
      <dgm:spPr/>
    </dgm:pt>
    <dgm:pt modelId="{0D45C03B-7B8D-4F3E-AE1B-2227ACFB02F1}" type="pres">
      <dgm:prSet presAssocID="{CF116FEB-4160-4E87-95F5-28F3C2925B44}" presName="compNode" presStyleCnt="0"/>
      <dgm:spPr/>
    </dgm:pt>
    <dgm:pt modelId="{9570A65E-3AFE-46EC-86C1-66DABC9264E5}" type="pres">
      <dgm:prSet presAssocID="{CF116FEB-4160-4E87-95F5-28F3C2925B44}" presName="bgRect" presStyleLbl="bgShp" presStyleIdx="3" presStyleCnt="4"/>
      <dgm:spPr/>
    </dgm:pt>
    <dgm:pt modelId="{D5707148-F30A-4AE5-9C9A-E81F54777AF4}" type="pres">
      <dgm:prSet presAssocID="{CF116FEB-4160-4E87-95F5-28F3C2925B4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08729B4A-6DE3-421C-A4F1-8551AD8AB9E3}" type="pres">
      <dgm:prSet presAssocID="{CF116FEB-4160-4E87-95F5-28F3C2925B44}" presName="spaceRect" presStyleCnt="0"/>
      <dgm:spPr/>
    </dgm:pt>
    <dgm:pt modelId="{599E41FB-5A21-44A6-81B6-AD56982F69AF}" type="pres">
      <dgm:prSet presAssocID="{CF116FEB-4160-4E87-95F5-28F3C2925B4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EE61520-4149-4C29-B627-2D928623BBAD}" srcId="{88FCD8CE-2775-4703-92B5-7C17039E7DA5}" destId="{CF116FEB-4160-4E87-95F5-28F3C2925B44}" srcOrd="3" destOrd="0" parTransId="{20E0BBF7-075B-4F0D-BBFD-FF7C0CE576B9}" sibTransId="{A9E7E645-EA2E-444F-868F-EF8CE91FDF80}"/>
    <dgm:cxn modelId="{388AE437-ACEE-46D2-951B-88CE9087B081}" type="presOf" srcId="{CF116FEB-4160-4E87-95F5-28F3C2925B44}" destId="{599E41FB-5A21-44A6-81B6-AD56982F69AF}" srcOrd="0" destOrd="0" presId="urn:microsoft.com/office/officeart/2018/2/layout/IconVerticalSolidList"/>
    <dgm:cxn modelId="{3D0EB25A-D7E8-4D1D-8775-A666355FF063}" srcId="{88FCD8CE-2775-4703-92B5-7C17039E7DA5}" destId="{FC32BFB3-22BF-49E0-85A1-FEE97C27AEF3}" srcOrd="2" destOrd="0" parTransId="{77C3F6F1-9DB0-4227-ABC7-D7B23290D05F}" sibTransId="{5BC1BDC1-371C-489F-9BC4-F99804B4D49B}"/>
    <dgm:cxn modelId="{04314265-4C29-487E-9EB1-1B0FEAAD1736}" type="presOf" srcId="{BE9CDA17-2773-4A37-A982-274555817438}" destId="{2EE52774-CA87-48E0-81A0-B25CF5F2BEA0}" srcOrd="0" destOrd="0" presId="urn:microsoft.com/office/officeart/2018/2/layout/IconVerticalSolidList"/>
    <dgm:cxn modelId="{41BCC286-3255-4BE2-B622-ED8B3B2A90A8}" type="presOf" srcId="{DB20C7A5-70AD-40A1-93E1-CC4D9E216C42}" destId="{8F13BBD7-436E-42EE-8480-03AB37E8FA6D}" srcOrd="0" destOrd="0" presId="urn:microsoft.com/office/officeart/2018/2/layout/IconVerticalSolidList"/>
    <dgm:cxn modelId="{C3AD8087-561E-4713-96A0-C59413A0ABC1}" srcId="{88FCD8CE-2775-4703-92B5-7C17039E7DA5}" destId="{5E0E42B3-8BD2-4A5E-96C7-7D9CB49AD8D7}" srcOrd="1" destOrd="0" parTransId="{D3AEEC35-1294-4B8D-BB2E-3F9DA1DADEA3}" sibTransId="{920F6A4A-F277-4713-ABA6-3BA328601189}"/>
    <dgm:cxn modelId="{302B969F-2B77-49C6-A375-DEBA023BE8FC}" srcId="{BE9CDA17-2773-4A37-A982-274555817438}" destId="{DB20C7A5-70AD-40A1-93E1-CC4D9E216C42}" srcOrd="0" destOrd="0" parTransId="{035B253A-2247-42DC-8F38-17B2CBC1F879}" sibTransId="{DAA0B001-312B-4B28-B3CF-D852F76B7442}"/>
    <dgm:cxn modelId="{2B197CAC-0760-419C-A63E-92CBC9D41A6A}" srcId="{88FCD8CE-2775-4703-92B5-7C17039E7DA5}" destId="{BE9CDA17-2773-4A37-A982-274555817438}" srcOrd="0" destOrd="0" parTransId="{87EBFD5C-22AE-45EF-8891-EB161F71E91E}" sibTransId="{C1F74A16-9D31-4CD8-8E04-B6363562DB53}"/>
    <dgm:cxn modelId="{E07DABB8-5959-4C39-AE9B-A29E51F52D70}" type="presOf" srcId="{FC32BFB3-22BF-49E0-85A1-FEE97C27AEF3}" destId="{A079ACFB-EF5A-46E6-BF83-944F48902CFA}" srcOrd="0" destOrd="0" presId="urn:microsoft.com/office/officeart/2018/2/layout/IconVerticalSolidList"/>
    <dgm:cxn modelId="{5F3B97F5-E38C-4D45-B48F-97A10195DF4E}" type="presOf" srcId="{5E0E42B3-8BD2-4A5E-96C7-7D9CB49AD8D7}" destId="{3A5E3A27-A264-49BF-8883-49977CD5D48A}" srcOrd="0" destOrd="0" presId="urn:microsoft.com/office/officeart/2018/2/layout/IconVerticalSolidList"/>
    <dgm:cxn modelId="{5964ECF7-3168-4669-AB8C-A9E1C5CA7514}" type="presOf" srcId="{88FCD8CE-2775-4703-92B5-7C17039E7DA5}" destId="{000B85E0-06BE-473F-90F7-55E0D0BFF36A}" srcOrd="0" destOrd="0" presId="urn:microsoft.com/office/officeart/2018/2/layout/IconVerticalSolidList"/>
    <dgm:cxn modelId="{AF0E0AEC-3F63-4821-B6A0-8AFB523CAC1B}" type="presParOf" srcId="{000B85E0-06BE-473F-90F7-55E0D0BFF36A}" destId="{03618283-BBD2-4A08-9167-5C27327D9501}" srcOrd="0" destOrd="0" presId="urn:microsoft.com/office/officeart/2018/2/layout/IconVerticalSolidList"/>
    <dgm:cxn modelId="{17DE8837-F860-4CA9-B63B-7EAB7057AA9A}" type="presParOf" srcId="{03618283-BBD2-4A08-9167-5C27327D9501}" destId="{8B1283AD-F913-47DD-8E21-9702E793EA4B}" srcOrd="0" destOrd="0" presId="urn:microsoft.com/office/officeart/2018/2/layout/IconVerticalSolidList"/>
    <dgm:cxn modelId="{9285DA8C-B26B-47E4-90E5-73A16FDF05A0}" type="presParOf" srcId="{03618283-BBD2-4A08-9167-5C27327D9501}" destId="{7EA23C75-126B-46A5-93D8-BED9CDAA1E19}" srcOrd="1" destOrd="0" presId="urn:microsoft.com/office/officeart/2018/2/layout/IconVerticalSolidList"/>
    <dgm:cxn modelId="{C15164C9-C390-4ED9-BCA4-ADA7D091C8D1}" type="presParOf" srcId="{03618283-BBD2-4A08-9167-5C27327D9501}" destId="{78FF628C-4EE0-4623-8C55-BEDB45CFAC2C}" srcOrd="2" destOrd="0" presId="urn:microsoft.com/office/officeart/2018/2/layout/IconVerticalSolidList"/>
    <dgm:cxn modelId="{6C971BB1-11FC-49CB-BAD6-F375F7A1EB5D}" type="presParOf" srcId="{03618283-BBD2-4A08-9167-5C27327D9501}" destId="{2EE52774-CA87-48E0-81A0-B25CF5F2BEA0}" srcOrd="3" destOrd="0" presId="urn:microsoft.com/office/officeart/2018/2/layout/IconVerticalSolidList"/>
    <dgm:cxn modelId="{15B5B815-6313-4443-9E05-6B54BF1075C2}" type="presParOf" srcId="{03618283-BBD2-4A08-9167-5C27327D9501}" destId="{8F13BBD7-436E-42EE-8480-03AB37E8FA6D}" srcOrd="4" destOrd="0" presId="urn:microsoft.com/office/officeart/2018/2/layout/IconVerticalSolidList"/>
    <dgm:cxn modelId="{10D879CE-94E6-4AB9-A6A6-BDEBD3ABCBCD}" type="presParOf" srcId="{000B85E0-06BE-473F-90F7-55E0D0BFF36A}" destId="{48C85218-88E0-4E7F-8022-AD4E4C9DECFC}" srcOrd="1" destOrd="0" presId="urn:microsoft.com/office/officeart/2018/2/layout/IconVerticalSolidList"/>
    <dgm:cxn modelId="{A67C501E-E87B-4A7E-BACC-58356A08B765}" type="presParOf" srcId="{000B85E0-06BE-473F-90F7-55E0D0BFF36A}" destId="{881F49D6-EEC8-4EDE-B480-46DC344830AB}" srcOrd="2" destOrd="0" presId="urn:microsoft.com/office/officeart/2018/2/layout/IconVerticalSolidList"/>
    <dgm:cxn modelId="{535C9838-4997-4962-B44E-8CB0FC41ECB0}" type="presParOf" srcId="{881F49D6-EEC8-4EDE-B480-46DC344830AB}" destId="{6F623B0F-7488-4852-BA0B-E61DFEBC8F91}" srcOrd="0" destOrd="0" presId="urn:microsoft.com/office/officeart/2018/2/layout/IconVerticalSolidList"/>
    <dgm:cxn modelId="{769FBE84-797A-4181-A541-D882AE6D1706}" type="presParOf" srcId="{881F49D6-EEC8-4EDE-B480-46DC344830AB}" destId="{F3B13F3A-2860-4A51-912E-9D768A52E51E}" srcOrd="1" destOrd="0" presId="urn:microsoft.com/office/officeart/2018/2/layout/IconVerticalSolidList"/>
    <dgm:cxn modelId="{13CF748F-7408-4A1E-AADB-E53E20E5776E}" type="presParOf" srcId="{881F49D6-EEC8-4EDE-B480-46DC344830AB}" destId="{E03FE11F-ED60-418C-8D43-4FDB606A55E9}" srcOrd="2" destOrd="0" presId="urn:microsoft.com/office/officeart/2018/2/layout/IconVerticalSolidList"/>
    <dgm:cxn modelId="{98D41575-A0A6-46C7-9792-25769AFEE178}" type="presParOf" srcId="{881F49D6-EEC8-4EDE-B480-46DC344830AB}" destId="{3A5E3A27-A264-49BF-8883-49977CD5D48A}" srcOrd="3" destOrd="0" presId="urn:microsoft.com/office/officeart/2018/2/layout/IconVerticalSolidList"/>
    <dgm:cxn modelId="{9B607421-3323-4517-946E-E580FAEC4A86}" type="presParOf" srcId="{000B85E0-06BE-473F-90F7-55E0D0BFF36A}" destId="{444EE629-03E1-4EB9-8814-D17D0A42428E}" srcOrd="3" destOrd="0" presId="urn:microsoft.com/office/officeart/2018/2/layout/IconVerticalSolidList"/>
    <dgm:cxn modelId="{D3A5FC9C-6FBE-4E2F-AA6E-670ECA9232DD}" type="presParOf" srcId="{000B85E0-06BE-473F-90F7-55E0D0BFF36A}" destId="{2A566E24-03B5-4805-811E-00B88612B5F1}" srcOrd="4" destOrd="0" presId="urn:microsoft.com/office/officeart/2018/2/layout/IconVerticalSolidList"/>
    <dgm:cxn modelId="{4933EBE8-AE4F-4B6E-89BB-02DF2D84D5E2}" type="presParOf" srcId="{2A566E24-03B5-4805-811E-00B88612B5F1}" destId="{BA038874-AE86-4AFC-A95B-915B2D951C3A}" srcOrd="0" destOrd="0" presId="urn:microsoft.com/office/officeart/2018/2/layout/IconVerticalSolidList"/>
    <dgm:cxn modelId="{566B1328-9FDF-4BE8-9ABC-4345C1E5A9F2}" type="presParOf" srcId="{2A566E24-03B5-4805-811E-00B88612B5F1}" destId="{CE464FDF-EEA3-40A3-9937-D5740DE38021}" srcOrd="1" destOrd="0" presId="urn:microsoft.com/office/officeart/2018/2/layout/IconVerticalSolidList"/>
    <dgm:cxn modelId="{19E7DBBB-F9B1-4FE4-B0D5-9858F0A9C8B3}" type="presParOf" srcId="{2A566E24-03B5-4805-811E-00B88612B5F1}" destId="{971BA2F7-D8EF-431F-B96F-4CAAC9E67C25}" srcOrd="2" destOrd="0" presId="urn:microsoft.com/office/officeart/2018/2/layout/IconVerticalSolidList"/>
    <dgm:cxn modelId="{1058B4D9-4538-40C4-B136-C8DB51C431C3}" type="presParOf" srcId="{2A566E24-03B5-4805-811E-00B88612B5F1}" destId="{A079ACFB-EF5A-46E6-BF83-944F48902CFA}" srcOrd="3" destOrd="0" presId="urn:microsoft.com/office/officeart/2018/2/layout/IconVerticalSolidList"/>
    <dgm:cxn modelId="{2D0BC7C5-EEDB-4D9A-BAE8-37A4F90930B5}" type="presParOf" srcId="{000B85E0-06BE-473F-90F7-55E0D0BFF36A}" destId="{8B4AFB92-5B83-4CAB-A296-3F6F0F759FAB}" srcOrd="5" destOrd="0" presId="urn:microsoft.com/office/officeart/2018/2/layout/IconVerticalSolidList"/>
    <dgm:cxn modelId="{5B7CE973-BC78-4564-9B00-5B94E38630EF}" type="presParOf" srcId="{000B85E0-06BE-473F-90F7-55E0D0BFF36A}" destId="{0D45C03B-7B8D-4F3E-AE1B-2227ACFB02F1}" srcOrd="6" destOrd="0" presId="urn:microsoft.com/office/officeart/2018/2/layout/IconVerticalSolidList"/>
    <dgm:cxn modelId="{41F43A95-85F4-444A-BC60-A92692D812F1}" type="presParOf" srcId="{0D45C03B-7B8D-4F3E-AE1B-2227ACFB02F1}" destId="{9570A65E-3AFE-46EC-86C1-66DABC9264E5}" srcOrd="0" destOrd="0" presId="urn:microsoft.com/office/officeart/2018/2/layout/IconVerticalSolidList"/>
    <dgm:cxn modelId="{12652287-1B7C-4E63-BA1A-2BDB3132567B}" type="presParOf" srcId="{0D45C03B-7B8D-4F3E-AE1B-2227ACFB02F1}" destId="{D5707148-F30A-4AE5-9C9A-E81F54777AF4}" srcOrd="1" destOrd="0" presId="urn:microsoft.com/office/officeart/2018/2/layout/IconVerticalSolidList"/>
    <dgm:cxn modelId="{01593447-007D-41C5-9498-E3239D1C73C7}" type="presParOf" srcId="{0D45C03B-7B8D-4F3E-AE1B-2227ACFB02F1}" destId="{08729B4A-6DE3-421C-A4F1-8551AD8AB9E3}" srcOrd="2" destOrd="0" presId="urn:microsoft.com/office/officeart/2018/2/layout/IconVerticalSolidList"/>
    <dgm:cxn modelId="{589EB9EC-57EF-445F-9323-A0C7A1DF636F}" type="presParOf" srcId="{0D45C03B-7B8D-4F3E-AE1B-2227ACFB02F1}" destId="{599E41FB-5A21-44A6-81B6-AD56982F69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27DC893-89E6-4ED9-A8C6-A1E5789586A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F3F4A5-AA05-4C4D-9919-C051AA656545}">
      <dgm:prSet/>
      <dgm:spPr/>
      <dgm:t>
        <a:bodyPr/>
        <a:lstStyle/>
        <a:p>
          <a:r>
            <a:rPr lang="en-US"/>
            <a:t>Hover over any entity to see its description with rendered math + clickable links.</a:t>
          </a:r>
        </a:p>
      </dgm:t>
    </dgm:pt>
    <dgm:pt modelId="{23B64070-4511-4886-BC49-371F63E2D60A}" type="parTrans" cxnId="{0EDB2C2C-E325-423C-8B60-2A20D537CEAB}">
      <dgm:prSet/>
      <dgm:spPr/>
      <dgm:t>
        <a:bodyPr/>
        <a:lstStyle/>
        <a:p>
          <a:endParaRPr lang="en-US"/>
        </a:p>
      </dgm:t>
    </dgm:pt>
    <dgm:pt modelId="{5DF43A80-EDC8-45AC-A759-EC69D947B867}" type="sibTrans" cxnId="{0EDB2C2C-E325-423C-8B60-2A20D537CEAB}">
      <dgm:prSet/>
      <dgm:spPr/>
      <dgm:t>
        <a:bodyPr/>
        <a:lstStyle/>
        <a:p>
          <a:endParaRPr lang="en-US"/>
        </a:p>
      </dgm:t>
    </dgm:pt>
    <dgm:pt modelId="{F0DD1310-5C4D-4D36-ABD9-9252F4B90AC0}">
      <dgm:prSet/>
      <dgm:spPr/>
      <dgm:t>
        <a:bodyPr/>
        <a:lstStyle/>
        <a:p>
          <a:r>
            <a:rPr lang="en-US"/>
            <a:t>Right-click → Show Description for the full rendered description panel.</a:t>
          </a:r>
        </a:p>
      </dgm:t>
    </dgm:pt>
    <dgm:pt modelId="{24A8C78C-06BE-4C4D-86EE-9BD7FDBF9074}" type="parTrans" cxnId="{FB2EADF6-5930-4042-9F32-37BCEBE4453B}">
      <dgm:prSet/>
      <dgm:spPr/>
      <dgm:t>
        <a:bodyPr/>
        <a:lstStyle/>
        <a:p>
          <a:endParaRPr lang="en-US"/>
        </a:p>
      </dgm:t>
    </dgm:pt>
    <dgm:pt modelId="{DAD30B51-79D3-4654-9059-2520CC3E0A01}" type="sibTrans" cxnId="{FB2EADF6-5930-4042-9F32-37BCEBE4453B}">
      <dgm:prSet/>
      <dgm:spPr/>
      <dgm:t>
        <a:bodyPr/>
        <a:lstStyle/>
        <a:p>
          <a:endParaRPr lang="en-US"/>
        </a:p>
      </dgm:t>
    </dgm:pt>
    <dgm:pt modelId="{A3823DE9-56C1-4340-930D-983152E6A76A}">
      <dgm:prSet/>
      <dgm:spPr/>
      <dgm:t>
        <a:bodyPr/>
        <a:lstStyle/>
        <a:p>
          <a:r>
            <a:rPr lang="en-US"/>
            <a:t>Right-click → Show EXPRESS-G Diagram for clickable hot-spot navigation.</a:t>
          </a:r>
        </a:p>
      </dgm:t>
    </dgm:pt>
    <dgm:pt modelId="{0DA33045-B0FA-4D4E-A069-6D4038195C4F}" type="parTrans" cxnId="{F0C64231-86E5-4469-9B6E-2C4FE78A7686}">
      <dgm:prSet/>
      <dgm:spPr/>
      <dgm:t>
        <a:bodyPr/>
        <a:lstStyle/>
        <a:p>
          <a:endParaRPr lang="en-US"/>
        </a:p>
      </dgm:t>
    </dgm:pt>
    <dgm:pt modelId="{D479C01A-FC66-41EC-A9C5-581D9480A561}" type="sibTrans" cxnId="{F0C64231-86E5-4469-9B6E-2C4FE78A7686}">
      <dgm:prSet/>
      <dgm:spPr/>
      <dgm:t>
        <a:bodyPr/>
        <a:lstStyle/>
        <a:p>
          <a:endParaRPr lang="en-US"/>
        </a:p>
      </dgm:t>
    </dgm:pt>
    <dgm:pt modelId="{7E5D1102-5FCC-48CC-84FB-946E88F586B7}">
      <dgm:prSet/>
      <dgm:spPr/>
      <dgm:t>
        <a:bodyPr/>
        <a:lstStyle/>
        <a:p>
          <a:r>
            <a:rPr lang="en-US"/>
            <a:t>Cmd+Shift+P → AsciiMath Playground for live math editing.</a:t>
          </a:r>
        </a:p>
      </dgm:t>
    </dgm:pt>
    <dgm:pt modelId="{D7FDF2C0-345A-4F14-A0F2-1F2C857F0E40}" type="parTrans" cxnId="{6D4E9A3C-076C-4CB4-95F0-8F8A8AA3FE07}">
      <dgm:prSet/>
      <dgm:spPr/>
      <dgm:t>
        <a:bodyPr/>
        <a:lstStyle/>
        <a:p>
          <a:endParaRPr lang="en-US"/>
        </a:p>
      </dgm:t>
    </dgm:pt>
    <dgm:pt modelId="{35172841-1DC0-4A92-A53B-EE4388D3BB09}" type="sibTrans" cxnId="{6D4E9A3C-076C-4CB4-95F0-8F8A8AA3FE07}">
      <dgm:prSet/>
      <dgm:spPr/>
      <dgm:t>
        <a:bodyPr/>
        <a:lstStyle/>
        <a:p>
          <a:endParaRPr lang="en-US"/>
        </a:p>
      </dgm:t>
    </dgm:pt>
    <dgm:pt modelId="{1F6092AD-02D9-4E2F-9787-A651F5AC019D}">
      <dgm:prSet/>
      <dgm:spPr/>
      <dgm:t>
        <a:bodyPr/>
        <a:lstStyle/>
        <a:p>
          <a:r>
            <a:rPr lang="en-US"/>
            <a:t>For confidential schemas, sign out of GitHub OR set chat.disableAIFeatures.</a:t>
          </a:r>
        </a:p>
      </dgm:t>
    </dgm:pt>
    <dgm:pt modelId="{DA075204-24C4-43E5-9C35-286B9CDCF37C}" type="parTrans" cxnId="{C0EBC70F-CC1B-4400-A03B-F7511E83FF11}">
      <dgm:prSet/>
      <dgm:spPr/>
      <dgm:t>
        <a:bodyPr/>
        <a:lstStyle/>
        <a:p>
          <a:endParaRPr lang="en-US"/>
        </a:p>
      </dgm:t>
    </dgm:pt>
    <dgm:pt modelId="{1F7B5427-D313-46E1-8063-14791D53697F}" type="sibTrans" cxnId="{C0EBC70F-CC1B-4400-A03B-F7511E83FF11}">
      <dgm:prSet/>
      <dgm:spPr/>
      <dgm:t>
        <a:bodyPr/>
        <a:lstStyle/>
        <a:p>
          <a:endParaRPr lang="en-US"/>
        </a:p>
      </dgm:t>
    </dgm:pt>
    <dgm:pt modelId="{C30727F8-A20E-4A45-8D0A-4A0E17B6404E}" type="pres">
      <dgm:prSet presAssocID="{727DC893-89E6-4ED9-A8C6-A1E5789586A9}" presName="root" presStyleCnt="0">
        <dgm:presLayoutVars>
          <dgm:dir/>
          <dgm:resizeHandles val="exact"/>
        </dgm:presLayoutVars>
      </dgm:prSet>
      <dgm:spPr/>
    </dgm:pt>
    <dgm:pt modelId="{7DEEF53B-81AC-4037-B98D-E9490E5B3736}" type="pres">
      <dgm:prSet presAssocID="{96F3F4A5-AA05-4C4D-9919-C051AA656545}" presName="compNode" presStyleCnt="0"/>
      <dgm:spPr/>
    </dgm:pt>
    <dgm:pt modelId="{D9C72DC6-9B41-46AA-9E26-035E2FE9CC72}" type="pres">
      <dgm:prSet presAssocID="{96F3F4A5-AA05-4C4D-9919-C051AA65654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CF12A2F-8226-4C69-889E-EFDCA6BAED31}" type="pres">
      <dgm:prSet presAssocID="{96F3F4A5-AA05-4C4D-9919-C051AA656545}" presName="spaceRect" presStyleCnt="0"/>
      <dgm:spPr/>
    </dgm:pt>
    <dgm:pt modelId="{57AE0327-73C8-4F5E-9B4D-F3C401DE3AEC}" type="pres">
      <dgm:prSet presAssocID="{96F3F4A5-AA05-4C4D-9919-C051AA656545}" presName="textRect" presStyleLbl="revTx" presStyleIdx="0" presStyleCnt="5">
        <dgm:presLayoutVars>
          <dgm:chMax val="1"/>
          <dgm:chPref val="1"/>
        </dgm:presLayoutVars>
      </dgm:prSet>
      <dgm:spPr/>
    </dgm:pt>
    <dgm:pt modelId="{F4EC53F3-8B5B-44FA-94AF-9731E6FBE971}" type="pres">
      <dgm:prSet presAssocID="{5DF43A80-EDC8-45AC-A759-EC69D947B867}" presName="sibTrans" presStyleCnt="0"/>
      <dgm:spPr/>
    </dgm:pt>
    <dgm:pt modelId="{9C4DB939-DDA2-418B-A5B0-403489F8F702}" type="pres">
      <dgm:prSet presAssocID="{F0DD1310-5C4D-4D36-ABD9-9252F4B90AC0}" presName="compNode" presStyleCnt="0"/>
      <dgm:spPr/>
    </dgm:pt>
    <dgm:pt modelId="{8CCA2499-7B82-4F3A-B223-2779EB890230}" type="pres">
      <dgm:prSet presAssocID="{F0DD1310-5C4D-4D36-ABD9-9252F4B90AC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1287A01-E017-4ED9-B490-3A2AE12BD0D3}" type="pres">
      <dgm:prSet presAssocID="{F0DD1310-5C4D-4D36-ABD9-9252F4B90AC0}" presName="spaceRect" presStyleCnt="0"/>
      <dgm:spPr/>
    </dgm:pt>
    <dgm:pt modelId="{E5405A94-C7B4-430B-96B3-0280F674ADD5}" type="pres">
      <dgm:prSet presAssocID="{F0DD1310-5C4D-4D36-ABD9-9252F4B90AC0}" presName="textRect" presStyleLbl="revTx" presStyleIdx="1" presStyleCnt="5">
        <dgm:presLayoutVars>
          <dgm:chMax val="1"/>
          <dgm:chPref val="1"/>
        </dgm:presLayoutVars>
      </dgm:prSet>
      <dgm:spPr/>
    </dgm:pt>
    <dgm:pt modelId="{6072318C-F503-4655-8837-CF40A525BE74}" type="pres">
      <dgm:prSet presAssocID="{DAD30B51-79D3-4654-9059-2520CC3E0A01}" presName="sibTrans" presStyleCnt="0"/>
      <dgm:spPr/>
    </dgm:pt>
    <dgm:pt modelId="{712A59FC-38C9-40FF-B536-F5E33657AD04}" type="pres">
      <dgm:prSet presAssocID="{A3823DE9-56C1-4340-930D-983152E6A76A}" presName="compNode" presStyleCnt="0"/>
      <dgm:spPr/>
    </dgm:pt>
    <dgm:pt modelId="{B49E4B8A-C819-40DB-B4C1-CEEBCCF9FAF9}" type="pres">
      <dgm:prSet presAssocID="{A3823DE9-56C1-4340-930D-983152E6A76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house scene"/>
        </a:ext>
      </dgm:extLst>
    </dgm:pt>
    <dgm:pt modelId="{9AD85C40-4BC8-408A-8BEC-45E930232A89}" type="pres">
      <dgm:prSet presAssocID="{A3823DE9-56C1-4340-930D-983152E6A76A}" presName="spaceRect" presStyleCnt="0"/>
      <dgm:spPr/>
    </dgm:pt>
    <dgm:pt modelId="{8CAD21C7-D8D6-4B3A-9F4C-544E31B0CFD1}" type="pres">
      <dgm:prSet presAssocID="{A3823DE9-56C1-4340-930D-983152E6A76A}" presName="textRect" presStyleLbl="revTx" presStyleIdx="2" presStyleCnt="5">
        <dgm:presLayoutVars>
          <dgm:chMax val="1"/>
          <dgm:chPref val="1"/>
        </dgm:presLayoutVars>
      </dgm:prSet>
      <dgm:spPr/>
    </dgm:pt>
    <dgm:pt modelId="{44E461CA-78E5-41F5-9689-00BBA3E0A542}" type="pres">
      <dgm:prSet presAssocID="{D479C01A-FC66-41EC-A9C5-581D9480A561}" presName="sibTrans" presStyleCnt="0"/>
      <dgm:spPr/>
    </dgm:pt>
    <dgm:pt modelId="{8E87E9F7-B4E8-435F-83DC-AFA769DF6380}" type="pres">
      <dgm:prSet presAssocID="{7E5D1102-5FCC-48CC-84FB-946E88F586B7}" presName="compNode" presStyleCnt="0"/>
      <dgm:spPr/>
    </dgm:pt>
    <dgm:pt modelId="{A7B413A4-D899-4451-8B15-9403767BEA34}" type="pres">
      <dgm:prSet presAssocID="{7E5D1102-5FCC-48CC-84FB-946E88F586B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BB128A05-8C7B-4972-9662-EE4E1A9430E5}" type="pres">
      <dgm:prSet presAssocID="{7E5D1102-5FCC-48CC-84FB-946E88F586B7}" presName="spaceRect" presStyleCnt="0"/>
      <dgm:spPr/>
    </dgm:pt>
    <dgm:pt modelId="{F4949CCF-3582-43CB-8163-B74E0467895B}" type="pres">
      <dgm:prSet presAssocID="{7E5D1102-5FCC-48CC-84FB-946E88F586B7}" presName="textRect" presStyleLbl="revTx" presStyleIdx="3" presStyleCnt="5">
        <dgm:presLayoutVars>
          <dgm:chMax val="1"/>
          <dgm:chPref val="1"/>
        </dgm:presLayoutVars>
      </dgm:prSet>
      <dgm:spPr/>
    </dgm:pt>
    <dgm:pt modelId="{48FFB8D6-ABB2-4F34-8AD9-D628CA18C999}" type="pres">
      <dgm:prSet presAssocID="{35172841-1DC0-4A92-A53B-EE4388D3BB09}" presName="sibTrans" presStyleCnt="0"/>
      <dgm:spPr/>
    </dgm:pt>
    <dgm:pt modelId="{95FAD4CF-C820-41CF-9716-3039DF158A50}" type="pres">
      <dgm:prSet presAssocID="{1F6092AD-02D9-4E2F-9787-A651F5AC019D}" presName="compNode" presStyleCnt="0"/>
      <dgm:spPr/>
    </dgm:pt>
    <dgm:pt modelId="{1A44569A-691D-475F-8A52-2622BD996CFE}" type="pres">
      <dgm:prSet presAssocID="{1F6092AD-02D9-4E2F-9787-A651F5AC019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D728EBFC-AF37-4364-B7E4-0AC16F5418DE}" type="pres">
      <dgm:prSet presAssocID="{1F6092AD-02D9-4E2F-9787-A651F5AC019D}" presName="spaceRect" presStyleCnt="0"/>
      <dgm:spPr/>
    </dgm:pt>
    <dgm:pt modelId="{D46B6DF2-69B3-419D-BE54-ED418E4FF6AB}" type="pres">
      <dgm:prSet presAssocID="{1F6092AD-02D9-4E2F-9787-A651F5AC019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0EBC70F-CC1B-4400-A03B-F7511E83FF11}" srcId="{727DC893-89E6-4ED9-A8C6-A1E5789586A9}" destId="{1F6092AD-02D9-4E2F-9787-A651F5AC019D}" srcOrd="4" destOrd="0" parTransId="{DA075204-24C4-43E5-9C35-286B9CDCF37C}" sibTransId="{1F7B5427-D313-46E1-8063-14791D53697F}"/>
    <dgm:cxn modelId="{EEBD111D-FA5F-4994-9460-85C6FB3704A2}" type="presOf" srcId="{727DC893-89E6-4ED9-A8C6-A1E5789586A9}" destId="{C30727F8-A20E-4A45-8D0A-4A0E17B6404E}" srcOrd="0" destOrd="0" presId="urn:microsoft.com/office/officeart/2018/2/layout/IconLabelList"/>
    <dgm:cxn modelId="{0EDB2C2C-E325-423C-8B60-2A20D537CEAB}" srcId="{727DC893-89E6-4ED9-A8C6-A1E5789586A9}" destId="{96F3F4A5-AA05-4C4D-9919-C051AA656545}" srcOrd="0" destOrd="0" parTransId="{23B64070-4511-4886-BC49-371F63E2D60A}" sibTransId="{5DF43A80-EDC8-45AC-A759-EC69D947B867}"/>
    <dgm:cxn modelId="{F0C64231-86E5-4469-9B6E-2C4FE78A7686}" srcId="{727DC893-89E6-4ED9-A8C6-A1E5789586A9}" destId="{A3823DE9-56C1-4340-930D-983152E6A76A}" srcOrd="2" destOrd="0" parTransId="{0DA33045-B0FA-4D4E-A069-6D4038195C4F}" sibTransId="{D479C01A-FC66-41EC-A9C5-581D9480A561}"/>
    <dgm:cxn modelId="{6D4E9A3C-076C-4CB4-95F0-8F8A8AA3FE07}" srcId="{727DC893-89E6-4ED9-A8C6-A1E5789586A9}" destId="{7E5D1102-5FCC-48CC-84FB-946E88F586B7}" srcOrd="3" destOrd="0" parTransId="{D7FDF2C0-345A-4F14-A0F2-1F2C857F0E40}" sibTransId="{35172841-1DC0-4A92-A53B-EE4388D3BB09}"/>
    <dgm:cxn modelId="{A0BBED42-E1A5-49C0-9AF4-A5DCD36F71BF}" type="presOf" srcId="{A3823DE9-56C1-4340-930D-983152E6A76A}" destId="{8CAD21C7-D8D6-4B3A-9F4C-544E31B0CFD1}" srcOrd="0" destOrd="0" presId="urn:microsoft.com/office/officeart/2018/2/layout/IconLabelList"/>
    <dgm:cxn modelId="{61822A77-1EE4-4C00-AC53-AE6244769F58}" type="presOf" srcId="{7E5D1102-5FCC-48CC-84FB-946E88F586B7}" destId="{F4949CCF-3582-43CB-8163-B74E0467895B}" srcOrd="0" destOrd="0" presId="urn:microsoft.com/office/officeart/2018/2/layout/IconLabelList"/>
    <dgm:cxn modelId="{DB14E8C7-3D45-4CEA-A25A-A118A1292A3A}" type="presOf" srcId="{96F3F4A5-AA05-4C4D-9919-C051AA656545}" destId="{57AE0327-73C8-4F5E-9B4D-F3C401DE3AEC}" srcOrd="0" destOrd="0" presId="urn:microsoft.com/office/officeart/2018/2/layout/IconLabelList"/>
    <dgm:cxn modelId="{C5804ADC-F8BF-4A3F-A3B0-67A43E27DEAA}" type="presOf" srcId="{1F6092AD-02D9-4E2F-9787-A651F5AC019D}" destId="{D46B6DF2-69B3-419D-BE54-ED418E4FF6AB}" srcOrd="0" destOrd="0" presId="urn:microsoft.com/office/officeart/2018/2/layout/IconLabelList"/>
    <dgm:cxn modelId="{9CD4D1E3-3418-4048-9E00-BE4CDCDF5C7F}" type="presOf" srcId="{F0DD1310-5C4D-4D36-ABD9-9252F4B90AC0}" destId="{E5405A94-C7B4-430B-96B3-0280F674ADD5}" srcOrd="0" destOrd="0" presId="urn:microsoft.com/office/officeart/2018/2/layout/IconLabelList"/>
    <dgm:cxn modelId="{FB2EADF6-5930-4042-9F32-37BCEBE4453B}" srcId="{727DC893-89E6-4ED9-A8C6-A1E5789586A9}" destId="{F0DD1310-5C4D-4D36-ABD9-9252F4B90AC0}" srcOrd="1" destOrd="0" parTransId="{24A8C78C-06BE-4C4D-86EE-9BD7FDBF9074}" sibTransId="{DAD30B51-79D3-4654-9059-2520CC3E0A01}"/>
    <dgm:cxn modelId="{BB48F25D-31AF-4899-AE02-370A81A2F90C}" type="presParOf" srcId="{C30727F8-A20E-4A45-8D0A-4A0E17B6404E}" destId="{7DEEF53B-81AC-4037-B98D-E9490E5B3736}" srcOrd="0" destOrd="0" presId="urn:microsoft.com/office/officeart/2018/2/layout/IconLabelList"/>
    <dgm:cxn modelId="{B3AE0F44-940E-4031-8E90-D96C57CB6290}" type="presParOf" srcId="{7DEEF53B-81AC-4037-B98D-E9490E5B3736}" destId="{D9C72DC6-9B41-46AA-9E26-035E2FE9CC72}" srcOrd="0" destOrd="0" presId="urn:microsoft.com/office/officeart/2018/2/layout/IconLabelList"/>
    <dgm:cxn modelId="{2416D1D2-88F0-4295-86A9-30C7FB5A4FC4}" type="presParOf" srcId="{7DEEF53B-81AC-4037-B98D-E9490E5B3736}" destId="{5CF12A2F-8226-4C69-889E-EFDCA6BAED31}" srcOrd="1" destOrd="0" presId="urn:microsoft.com/office/officeart/2018/2/layout/IconLabelList"/>
    <dgm:cxn modelId="{A350A123-3D84-4289-AE80-68554AF28FA1}" type="presParOf" srcId="{7DEEF53B-81AC-4037-B98D-E9490E5B3736}" destId="{57AE0327-73C8-4F5E-9B4D-F3C401DE3AEC}" srcOrd="2" destOrd="0" presId="urn:microsoft.com/office/officeart/2018/2/layout/IconLabelList"/>
    <dgm:cxn modelId="{E67E924B-4780-4F6E-98AD-92033CF01FC5}" type="presParOf" srcId="{C30727F8-A20E-4A45-8D0A-4A0E17B6404E}" destId="{F4EC53F3-8B5B-44FA-94AF-9731E6FBE971}" srcOrd="1" destOrd="0" presId="urn:microsoft.com/office/officeart/2018/2/layout/IconLabelList"/>
    <dgm:cxn modelId="{008ADF7B-FF28-46BC-ADDA-6FDC632291DA}" type="presParOf" srcId="{C30727F8-A20E-4A45-8D0A-4A0E17B6404E}" destId="{9C4DB939-DDA2-418B-A5B0-403489F8F702}" srcOrd="2" destOrd="0" presId="urn:microsoft.com/office/officeart/2018/2/layout/IconLabelList"/>
    <dgm:cxn modelId="{ED4BFA14-904A-4279-A2BE-48CCF26B1C8C}" type="presParOf" srcId="{9C4DB939-DDA2-418B-A5B0-403489F8F702}" destId="{8CCA2499-7B82-4F3A-B223-2779EB890230}" srcOrd="0" destOrd="0" presId="urn:microsoft.com/office/officeart/2018/2/layout/IconLabelList"/>
    <dgm:cxn modelId="{B3BB15EA-880B-4059-A023-B51DD2DC873A}" type="presParOf" srcId="{9C4DB939-DDA2-418B-A5B0-403489F8F702}" destId="{01287A01-E017-4ED9-B490-3A2AE12BD0D3}" srcOrd="1" destOrd="0" presId="urn:microsoft.com/office/officeart/2018/2/layout/IconLabelList"/>
    <dgm:cxn modelId="{D43693C7-A60C-4F54-9186-76CF139E225D}" type="presParOf" srcId="{9C4DB939-DDA2-418B-A5B0-403489F8F702}" destId="{E5405A94-C7B4-430B-96B3-0280F674ADD5}" srcOrd="2" destOrd="0" presId="urn:microsoft.com/office/officeart/2018/2/layout/IconLabelList"/>
    <dgm:cxn modelId="{A6EB0BED-5B7D-4394-82B9-2F687BD4F524}" type="presParOf" srcId="{C30727F8-A20E-4A45-8D0A-4A0E17B6404E}" destId="{6072318C-F503-4655-8837-CF40A525BE74}" srcOrd="3" destOrd="0" presId="urn:microsoft.com/office/officeart/2018/2/layout/IconLabelList"/>
    <dgm:cxn modelId="{E468413D-9D92-47E8-A85A-3BFCAEC94ACA}" type="presParOf" srcId="{C30727F8-A20E-4A45-8D0A-4A0E17B6404E}" destId="{712A59FC-38C9-40FF-B536-F5E33657AD04}" srcOrd="4" destOrd="0" presId="urn:microsoft.com/office/officeart/2018/2/layout/IconLabelList"/>
    <dgm:cxn modelId="{82B1F639-F4ED-486C-93C1-6217A4ECD7DB}" type="presParOf" srcId="{712A59FC-38C9-40FF-B536-F5E33657AD04}" destId="{B49E4B8A-C819-40DB-B4C1-CEEBCCF9FAF9}" srcOrd="0" destOrd="0" presId="urn:microsoft.com/office/officeart/2018/2/layout/IconLabelList"/>
    <dgm:cxn modelId="{92819B8C-4FA1-409C-9C01-3DA5FE1350FA}" type="presParOf" srcId="{712A59FC-38C9-40FF-B536-F5E33657AD04}" destId="{9AD85C40-4BC8-408A-8BEC-45E930232A89}" srcOrd="1" destOrd="0" presId="urn:microsoft.com/office/officeart/2018/2/layout/IconLabelList"/>
    <dgm:cxn modelId="{9493B6B0-2AC4-4E04-B7B1-E388BC993181}" type="presParOf" srcId="{712A59FC-38C9-40FF-B536-F5E33657AD04}" destId="{8CAD21C7-D8D6-4B3A-9F4C-544E31B0CFD1}" srcOrd="2" destOrd="0" presId="urn:microsoft.com/office/officeart/2018/2/layout/IconLabelList"/>
    <dgm:cxn modelId="{F43F0215-09D3-4D87-AD79-2262B752512A}" type="presParOf" srcId="{C30727F8-A20E-4A45-8D0A-4A0E17B6404E}" destId="{44E461CA-78E5-41F5-9689-00BBA3E0A542}" srcOrd="5" destOrd="0" presId="urn:microsoft.com/office/officeart/2018/2/layout/IconLabelList"/>
    <dgm:cxn modelId="{6FC3969F-5680-4A8D-B0CB-90ECDCFD9152}" type="presParOf" srcId="{C30727F8-A20E-4A45-8D0A-4A0E17B6404E}" destId="{8E87E9F7-B4E8-435F-83DC-AFA769DF6380}" srcOrd="6" destOrd="0" presId="urn:microsoft.com/office/officeart/2018/2/layout/IconLabelList"/>
    <dgm:cxn modelId="{3C82475C-10BC-400C-B8D4-14B008118EFC}" type="presParOf" srcId="{8E87E9F7-B4E8-435F-83DC-AFA769DF6380}" destId="{A7B413A4-D899-4451-8B15-9403767BEA34}" srcOrd="0" destOrd="0" presId="urn:microsoft.com/office/officeart/2018/2/layout/IconLabelList"/>
    <dgm:cxn modelId="{F37F83EF-B08B-41EA-8E36-6D507561D3AE}" type="presParOf" srcId="{8E87E9F7-B4E8-435F-83DC-AFA769DF6380}" destId="{BB128A05-8C7B-4972-9662-EE4E1A9430E5}" srcOrd="1" destOrd="0" presId="urn:microsoft.com/office/officeart/2018/2/layout/IconLabelList"/>
    <dgm:cxn modelId="{9CE72514-AC07-49AA-8727-E965E80FB80E}" type="presParOf" srcId="{8E87E9F7-B4E8-435F-83DC-AFA769DF6380}" destId="{F4949CCF-3582-43CB-8163-B74E0467895B}" srcOrd="2" destOrd="0" presId="urn:microsoft.com/office/officeart/2018/2/layout/IconLabelList"/>
    <dgm:cxn modelId="{FDEC4522-CD38-4717-BFB5-170EE101754A}" type="presParOf" srcId="{C30727F8-A20E-4A45-8D0A-4A0E17B6404E}" destId="{48FFB8D6-ABB2-4F34-8AD9-D628CA18C999}" srcOrd="7" destOrd="0" presId="urn:microsoft.com/office/officeart/2018/2/layout/IconLabelList"/>
    <dgm:cxn modelId="{38617586-DD0C-4FE2-91BB-39F0B2465DB9}" type="presParOf" srcId="{C30727F8-A20E-4A45-8D0A-4A0E17B6404E}" destId="{95FAD4CF-C820-41CF-9716-3039DF158A50}" srcOrd="8" destOrd="0" presId="urn:microsoft.com/office/officeart/2018/2/layout/IconLabelList"/>
    <dgm:cxn modelId="{32B13381-6EC1-4E36-BE20-425C47ECD8A9}" type="presParOf" srcId="{95FAD4CF-C820-41CF-9716-3039DF158A50}" destId="{1A44569A-691D-475F-8A52-2622BD996CFE}" srcOrd="0" destOrd="0" presId="urn:microsoft.com/office/officeart/2018/2/layout/IconLabelList"/>
    <dgm:cxn modelId="{5A2DEDB9-F4DD-4536-889D-0D609319C51B}" type="presParOf" srcId="{95FAD4CF-C820-41CF-9716-3039DF158A50}" destId="{D728EBFC-AF37-4364-B7E4-0AC16F5418DE}" srcOrd="1" destOrd="0" presId="urn:microsoft.com/office/officeart/2018/2/layout/IconLabelList"/>
    <dgm:cxn modelId="{BC048802-57DC-48E3-AD47-430F9AAB0F7A}" type="presParOf" srcId="{95FAD4CF-C820-41CF-9716-3039DF158A50}" destId="{D46B6DF2-69B3-419D-BE54-ED418E4FF6A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B859C-1049-4243-9AD8-95ABFA135168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1DA99-B20E-4C20-A304-AA4C01445585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3701E5-EB0B-4869-BF56-D38CF786E1C8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Updates when you re-invoke the command — not auto-refresh.</a:t>
          </a:r>
        </a:p>
      </dsp:txBody>
      <dsp:txXfrm>
        <a:off x="518589" y="1265836"/>
        <a:ext cx="1582031" cy="632812"/>
      </dsp:txXfrm>
    </dsp:sp>
    <dsp:sp modelId="{6BBDD060-F8FC-4F85-B3C4-C6947EF31C4C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62FE9C-E8FD-4D7B-8482-C0B50C1F07A7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94C0D-FEAF-4BF3-BE6D-8CDE3FCB39AA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stem:[…] renders via Plurimath (the same converter Metanorma uses).</a:t>
          </a:r>
        </a:p>
      </dsp:txBody>
      <dsp:txXfrm>
        <a:off x="2377476" y="1265836"/>
        <a:ext cx="1582031" cy="632812"/>
      </dsp:txXfrm>
    </dsp:sp>
    <dsp:sp modelId="{D6371E6C-25B1-4D77-8F8C-43C29BD6AE1E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5CD129-0A1A-4B82-A809-D7B0744F1CFA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4AED5-5313-4088-900B-16E03F6F0A09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latexmath:[…] also renders (Plurimath accepts both formats).</a:t>
          </a:r>
        </a:p>
      </dsp:txBody>
      <dsp:txXfrm>
        <a:off x="4236363" y="1265836"/>
        <a:ext cx="1582031" cy="632812"/>
      </dsp:txXfrm>
    </dsp:sp>
    <dsp:sp modelId="{7CAEF6F7-B52B-4E58-AE0E-7C550539A903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6E692-9A2F-46A7-923F-F2BD1B164082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133EF-9209-407D-8868-BBDCB3F638DB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Math you write here will look identical to the published spec.</a:t>
          </a:r>
        </a:p>
      </dsp:txBody>
      <dsp:txXfrm>
        <a:off x="6095249" y="1265836"/>
        <a:ext cx="1582031" cy="632812"/>
      </dsp:txXfrm>
    </dsp:sp>
    <dsp:sp modelId="{A12818E3-FFB9-4A3E-B05D-2AF778B8E0ED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0BB11D-039D-47E5-85F2-BD81AAB8F966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9C1A71-AEA5-49F9-9C26-D87C7775FDD2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Click any cross-reference link to open that entity's description.</a:t>
          </a:r>
        </a:p>
      </dsp:txBody>
      <dsp:txXfrm>
        <a:off x="3306919" y="3559781"/>
        <a:ext cx="1582031" cy="63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D16A5E-E181-4A5E-A433-98EEFF0209E9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267EB-42C9-4143-94CC-91781608A412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8117D-736A-4A86-B9E9-F12F0ABCA29D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Each labeled rectangle is a clickable hot-spot.</a:t>
          </a:r>
        </a:p>
      </dsp:txBody>
      <dsp:txXfrm>
        <a:off x="518589" y="1265836"/>
        <a:ext cx="1582031" cy="632812"/>
      </dsp:txXfrm>
    </dsp:sp>
    <dsp:sp modelId="{296F4C24-AD71-4B7F-A1F2-A3EB24D34A4B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006C11-99F0-4E36-B7A7-2F8072E2B070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C7FD9-E1B6-48C8-BF89-E5E5A976B31F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Click polar_point → editor jumps to ENTITY polar_point in the same schema.</a:t>
          </a:r>
        </a:p>
      </dsp:txBody>
      <dsp:txXfrm>
        <a:off x="2377476" y="1265836"/>
        <a:ext cx="1582031" cy="632812"/>
      </dsp:txXfrm>
    </dsp:sp>
    <dsp:sp modelId="{7B1DBF4A-FCA1-4CE4-8391-4E483470FCC6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7D6020-654F-4D2D-9C0D-F824B8CD6C83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93B662-3DC6-46D4-B3AE-8E6DC5649276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Click cartesian_point → same: jumps to its definition.</a:t>
          </a:r>
        </a:p>
      </dsp:txBody>
      <dsp:txXfrm>
        <a:off x="4236363" y="1265836"/>
        <a:ext cx="1582031" cy="632812"/>
      </dsp:txXfrm>
    </dsp:sp>
    <dsp:sp modelId="{1C0E6E20-15E9-4DF4-A0A9-D5C3FD8EF7D4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8991A6-7267-4E4C-B31E-05E0D80482AA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A14EA-29E9-4391-8D1F-78A91229C820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Click an entity from another schema → cross-schema navigation works too.</a:t>
          </a:r>
        </a:p>
      </dsp:txBody>
      <dsp:txXfrm>
        <a:off x="6095249" y="1265836"/>
        <a:ext cx="1582031" cy="632812"/>
      </dsp:txXfrm>
    </dsp:sp>
    <dsp:sp modelId="{D583F0A2-4A3A-4987-8490-715624CA5300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050E1-A0B9-414B-82C4-2FCA6B303FBD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3DF225-2DF9-4F1A-987F-F0283EC93AFA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If the target isn't in any open .exp, you'll see "no definition found".</a:t>
          </a:r>
        </a:p>
      </dsp:txBody>
      <dsp:txXfrm>
        <a:off x="3306919" y="3559781"/>
        <a:ext cx="1582031" cy="632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17F2F-D05D-0141-B877-6BD9EDF20D56}">
      <dsp:nvSpPr>
        <dsp:cNvPr id="0" name=""/>
        <dsp:cNvSpPr/>
      </dsp:nvSpPr>
      <dsp:spPr>
        <a:xfrm>
          <a:off x="0" y="108254"/>
          <a:ext cx="4690291" cy="914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Type your AsciiMath in the left pane (live render on the right).</a:t>
          </a:r>
        </a:p>
      </dsp:txBody>
      <dsp:txXfrm>
        <a:off x="44664" y="152918"/>
        <a:ext cx="4600963" cy="825612"/>
      </dsp:txXfrm>
    </dsp:sp>
    <dsp:sp modelId="{F2621A97-4C09-094D-92DC-A4161F8DCDAA}">
      <dsp:nvSpPr>
        <dsp:cNvPr id="0" name=""/>
        <dsp:cNvSpPr/>
      </dsp:nvSpPr>
      <dsp:spPr>
        <a:xfrm>
          <a:off x="0" y="1089434"/>
          <a:ext cx="4690291" cy="91494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Place your editor cursor where you want the stem:[…] to go.</a:t>
          </a:r>
        </a:p>
      </dsp:txBody>
      <dsp:txXfrm>
        <a:off x="44664" y="1134098"/>
        <a:ext cx="4600963" cy="825612"/>
      </dsp:txXfrm>
    </dsp:sp>
    <dsp:sp modelId="{E89A1A66-96AA-784B-A405-B6D250134CDD}">
      <dsp:nvSpPr>
        <dsp:cNvPr id="0" name=""/>
        <dsp:cNvSpPr/>
      </dsp:nvSpPr>
      <dsp:spPr>
        <a:xfrm>
          <a:off x="0" y="2070614"/>
          <a:ext cx="4690291" cy="914940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Click the "Insert at cursor" button.</a:t>
          </a:r>
        </a:p>
      </dsp:txBody>
      <dsp:txXfrm>
        <a:off x="44664" y="2115278"/>
        <a:ext cx="4600963" cy="825612"/>
      </dsp:txXfrm>
    </dsp:sp>
    <dsp:sp modelId="{FF44E9AD-4D22-0840-982D-2333E3FEF8F6}">
      <dsp:nvSpPr>
        <dsp:cNvPr id="0" name=""/>
        <dsp:cNvSpPr/>
      </dsp:nvSpPr>
      <dsp:spPr>
        <a:xfrm>
          <a:off x="0" y="3051794"/>
          <a:ext cx="4690291" cy="914940"/>
        </a:xfrm>
        <a:prstGeom prst="round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Your text becomes  stem:[&lt;your math&gt;]  in the schema.</a:t>
          </a:r>
        </a:p>
      </dsp:txBody>
      <dsp:txXfrm>
        <a:off x="44664" y="3096458"/>
        <a:ext cx="4600963" cy="825612"/>
      </dsp:txXfrm>
    </dsp:sp>
    <dsp:sp modelId="{42904755-4511-EF41-B671-C36639474619}">
      <dsp:nvSpPr>
        <dsp:cNvPr id="0" name=""/>
        <dsp:cNvSpPr/>
      </dsp:nvSpPr>
      <dsp:spPr>
        <a:xfrm>
          <a:off x="0" y="4032975"/>
          <a:ext cx="4690291" cy="91494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Save the file; Metanorma will render the same way the playground did.</a:t>
          </a:r>
        </a:p>
      </dsp:txBody>
      <dsp:txXfrm>
        <a:off x="44664" y="4077639"/>
        <a:ext cx="4600963" cy="8256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E9F23A-6ED8-4DE9-B53D-0B0E619C00EE}">
      <dsp:nvSpPr>
        <dsp:cNvPr id="0" name=""/>
        <dsp:cNvSpPr/>
      </dsp:nvSpPr>
      <dsp:spPr>
        <a:xfrm>
          <a:off x="0" y="1740"/>
          <a:ext cx="8195871" cy="8819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D7588B-5D0E-41E6-B45F-791732EC74DD}">
      <dsp:nvSpPr>
        <dsp:cNvPr id="0" name=""/>
        <dsp:cNvSpPr/>
      </dsp:nvSpPr>
      <dsp:spPr>
        <a:xfrm>
          <a:off x="266793" y="200181"/>
          <a:ext cx="485079" cy="4850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FEF39-055D-448A-94B5-57551F97A5F4}">
      <dsp:nvSpPr>
        <dsp:cNvPr id="0" name=""/>
        <dsp:cNvSpPr/>
      </dsp:nvSpPr>
      <dsp:spPr>
        <a:xfrm>
          <a:off x="1018667" y="1740"/>
          <a:ext cx="7177203" cy="881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41" tIns="93341" rIns="93341" bIns="933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easyEXPRESS Viewers itself sends NOTHING outside your machine.</a:t>
          </a:r>
        </a:p>
      </dsp:txBody>
      <dsp:txXfrm>
        <a:off x="1018667" y="1740"/>
        <a:ext cx="7177203" cy="881963"/>
      </dsp:txXfrm>
    </dsp:sp>
    <dsp:sp modelId="{9FF5E976-4D9D-4E6E-8855-5BACAB3F6AA2}">
      <dsp:nvSpPr>
        <dsp:cNvPr id="0" name=""/>
        <dsp:cNvSpPr/>
      </dsp:nvSpPr>
      <dsp:spPr>
        <a:xfrm>
          <a:off x="0" y="1104194"/>
          <a:ext cx="8195871" cy="8819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FB973-3088-4363-B2CD-32CC81D86238}">
      <dsp:nvSpPr>
        <dsp:cNvPr id="0" name=""/>
        <dsp:cNvSpPr/>
      </dsp:nvSpPr>
      <dsp:spPr>
        <a:xfrm>
          <a:off x="266793" y="1302635"/>
          <a:ext cx="485079" cy="4850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7C2953-2919-4C1D-8A4B-B5839C682502}">
      <dsp:nvSpPr>
        <dsp:cNvPr id="0" name=""/>
        <dsp:cNvSpPr/>
      </dsp:nvSpPr>
      <dsp:spPr>
        <a:xfrm>
          <a:off x="1018667" y="1104194"/>
          <a:ext cx="3688141" cy="881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41" tIns="93341" rIns="93341" bIns="933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But VS Code Insiders ships GitHub Copilot Chat as a built-in feature.</a:t>
          </a:r>
        </a:p>
      </dsp:txBody>
      <dsp:txXfrm>
        <a:off x="1018667" y="1104194"/>
        <a:ext cx="3688141" cy="881963"/>
      </dsp:txXfrm>
    </dsp:sp>
    <dsp:sp modelId="{E4DE32FC-FA65-4A72-B153-143217985AF0}">
      <dsp:nvSpPr>
        <dsp:cNvPr id="0" name=""/>
        <dsp:cNvSpPr/>
      </dsp:nvSpPr>
      <dsp:spPr>
        <a:xfrm>
          <a:off x="4706809" y="1104194"/>
          <a:ext cx="3489061" cy="881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41" tIns="93341" rIns="93341" bIns="9334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Disabling extensions does NOT remove it.</a:t>
          </a:r>
        </a:p>
      </dsp:txBody>
      <dsp:txXfrm>
        <a:off x="4706809" y="1104194"/>
        <a:ext cx="3489061" cy="881963"/>
      </dsp:txXfrm>
    </dsp:sp>
    <dsp:sp modelId="{17C77DF4-4F6B-4968-B380-58729011FF53}">
      <dsp:nvSpPr>
        <dsp:cNvPr id="0" name=""/>
        <dsp:cNvSpPr/>
      </dsp:nvSpPr>
      <dsp:spPr>
        <a:xfrm>
          <a:off x="0" y="2206647"/>
          <a:ext cx="8195871" cy="8819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BFF9E5-E7D3-4D4B-B842-522425913994}">
      <dsp:nvSpPr>
        <dsp:cNvPr id="0" name=""/>
        <dsp:cNvSpPr/>
      </dsp:nvSpPr>
      <dsp:spPr>
        <a:xfrm>
          <a:off x="266793" y="2405089"/>
          <a:ext cx="485079" cy="4850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E94032-3EA4-49FE-94DC-C7E3A1BF5E8D}">
      <dsp:nvSpPr>
        <dsp:cNvPr id="0" name=""/>
        <dsp:cNvSpPr/>
      </dsp:nvSpPr>
      <dsp:spPr>
        <a:xfrm>
          <a:off x="1018667" y="2206647"/>
          <a:ext cx="3688141" cy="881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41" tIns="93341" rIns="93341" bIns="933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When you click Explain / Add File to Chat / Open Inline Chat / Review:</a:t>
          </a:r>
        </a:p>
      </dsp:txBody>
      <dsp:txXfrm>
        <a:off x="1018667" y="2206647"/>
        <a:ext cx="3688141" cy="881963"/>
      </dsp:txXfrm>
    </dsp:sp>
    <dsp:sp modelId="{95F0004A-D4D9-4443-BB2A-C8B3F42D0EA2}">
      <dsp:nvSpPr>
        <dsp:cNvPr id="0" name=""/>
        <dsp:cNvSpPr/>
      </dsp:nvSpPr>
      <dsp:spPr>
        <a:xfrm>
          <a:off x="4706809" y="2206647"/>
          <a:ext cx="3489061" cy="881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41" tIns="93341" rIns="93341" bIns="9334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Cursor word, surrounding code, and snippets from other open editors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are sent to GitHub/Microsoft endpoints.</a:t>
          </a:r>
        </a:p>
      </dsp:txBody>
      <dsp:txXfrm>
        <a:off x="4706809" y="2206647"/>
        <a:ext cx="3489061" cy="881963"/>
      </dsp:txXfrm>
    </dsp:sp>
    <dsp:sp modelId="{D4A3CA5F-6E97-4877-AB6D-16429BD0FA8E}">
      <dsp:nvSpPr>
        <dsp:cNvPr id="0" name=""/>
        <dsp:cNvSpPr/>
      </dsp:nvSpPr>
      <dsp:spPr>
        <a:xfrm>
          <a:off x="0" y="3309101"/>
          <a:ext cx="8195871" cy="8819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BE0811-695F-4910-A2A4-D0F7B9FB8231}">
      <dsp:nvSpPr>
        <dsp:cNvPr id="0" name=""/>
        <dsp:cNvSpPr/>
      </dsp:nvSpPr>
      <dsp:spPr>
        <a:xfrm>
          <a:off x="266793" y="3507543"/>
          <a:ext cx="485079" cy="4850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9046A-0BD4-4ADF-9D35-666D862638C2}">
      <dsp:nvSpPr>
        <dsp:cNvPr id="0" name=""/>
        <dsp:cNvSpPr/>
      </dsp:nvSpPr>
      <dsp:spPr>
        <a:xfrm>
          <a:off x="1018667" y="3309101"/>
          <a:ext cx="7177203" cy="881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41" tIns="93341" rIns="93341" bIns="933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For NDA / pre-publication standards work this is a real concern.</a:t>
          </a:r>
        </a:p>
      </dsp:txBody>
      <dsp:txXfrm>
        <a:off x="1018667" y="3309101"/>
        <a:ext cx="7177203" cy="8819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EC4B01-D8E0-4638-B4EF-B2EF04850281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79192-2640-43A6-A13B-3D2CB57082A7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Click the account icon at the bottom-left (silhouette) of the VS Code window.</a:t>
          </a:r>
        </a:p>
      </dsp:txBody>
      <dsp:txXfrm>
        <a:off x="78583" y="2435142"/>
        <a:ext cx="2399612" cy="720000"/>
      </dsp:txXfrm>
    </dsp:sp>
    <dsp:sp modelId="{2D6B0835-CEFA-43F3-8624-74BACC2D1A96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7547A-1199-4199-BE7E-68C6EEDC43ED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Choose "Sign Out" from GitHub. Without auth, Copilot Chat cannot reach its API.</a:t>
          </a:r>
        </a:p>
      </dsp:txBody>
      <dsp:txXfrm>
        <a:off x="2898129" y="2435142"/>
        <a:ext cx="2399612" cy="720000"/>
      </dsp:txXfrm>
    </dsp:sp>
    <dsp:sp modelId="{B8101B67-85E8-4564-9BEB-B21439259B11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EFBF5-7865-455A-BCB1-2AEF5622997F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menu items remain visible but clicking them errors locally with no outbound.</a:t>
          </a:r>
        </a:p>
      </dsp:txBody>
      <dsp:txXfrm>
        <a:off x="5717674" y="2435142"/>
        <a:ext cx="2399612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1283AD-F913-47DD-8E21-9702E793EA4B}">
      <dsp:nvSpPr>
        <dsp:cNvPr id="0" name=""/>
        <dsp:cNvSpPr/>
      </dsp:nvSpPr>
      <dsp:spPr>
        <a:xfrm>
          <a:off x="0" y="4978"/>
          <a:ext cx="4773168" cy="11587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A23C75-126B-46A5-93D8-BED9CDAA1E19}">
      <dsp:nvSpPr>
        <dsp:cNvPr id="0" name=""/>
        <dsp:cNvSpPr/>
      </dsp:nvSpPr>
      <dsp:spPr>
        <a:xfrm>
          <a:off x="350509" y="265688"/>
          <a:ext cx="637290" cy="6372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E52774-CA87-48E0-81A0-B25CF5F2BEA0}">
      <dsp:nvSpPr>
        <dsp:cNvPr id="0" name=""/>
        <dsp:cNvSpPr/>
      </dsp:nvSpPr>
      <dsp:spPr>
        <a:xfrm>
          <a:off x="1338310" y="4978"/>
          <a:ext cx="2147925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If you'd rather keep the icons gone, in workspace settings (.vscode/settings.json):</a:t>
          </a:r>
        </a:p>
      </dsp:txBody>
      <dsp:txXfrm>
        <a:off x="1338310" y="4978"/>
        <a:ext cx="2147925" cy="1158710"/>
      </dsp:txXfrm>
    </dsp:sp>
    <dsp:sp modelId="{8F13BBD7-436E-42EE-8480-03AB37E8FA6D}">
      <dsp:nvSpPr>
        <dsp:cNvPr id="0" name=""/>
        <dsp:cNvSpPr/>
      </dsp:nvSpPr>
      <dsp:spPr>
        <a:xfrm>
          <a:off x="3486236" y="4978"/>
          <a:ext cx="1285623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"chat.disableAIFeatures": true</a:t>
          </a:r>
        </a:p>
      </dsp:txBody>
      <dsp:txXfrm>
        <a:off x="3486236" y="4978"/>
        <a:ext cx="1285623" cy="1158710"/>
      </dsp:txXfrm>
    </dsp:sp>
    <dsp:sp modelId="{6F623B0F-7488-4852-BA0B-E61DFEBC8F91}">
      <dsp:nvSpPr>
        <dsp:cNvPr id="0" name=""/>
        <dsp:cNvSpPr/>
      </dsp:nvSpPr>
      <dsp:spPr>
        <a:xfrm>
          <a:off x="0" y="1453366"/>
          <a:ext cx="4773168" cy="11587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B13F3A-2860-4A51-912E-9D768A52E51E}">
      <dsp:nvSpPr>
        <dsp:cNvPr id="0" name=""/>
        <dsp:cNvSpPr/>
      </dsp:nvSpPr>
      <dsp:spPr>
        <a:xfrm>
          <a:off x="350509" y="1714076"/>
          <a:ext cx="637290" cy="6372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E3A27-A264-49BF-8883-49977CD5D48A}">
      <dsp:nvSpPr>
        <dsp:cNvPr id="0" name=""/>
        <dsp:cNvSpPr/>
      </dsp:nvSpPr>
      <dsp:spPr>
        <a:xfrm>
          <a:off x="1338310" y="1453366"/>
          <a:ext cx="3433549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Recent VS Code releases honour this as a hard switch.</a:t>
          </a:r>
        </a:p>
      </dsp:txBody>
      <dsp:txXfrm>
        <a:off x="1338310" y="1453366"/>
        <a:ext cx="3433549" cy="1158710"/>
      </dsp:txXfrm>
    </dsp:sp>
    <dsp:sp modelId="{BA038874-AE86-4AFC-A95B-915B2D951C3A}">
      <dsp:nvSpPr>
        <dsp:cNvPr id="0" name=""/>
        <dsp:cNvSpPr/>
      </dsp:nvSpPr>
      <dsp:spPr>
        <a:xfrm>
          <a:off x="0" y="2901754"/>
          <a:ext cx="4773168" cy="11587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464FDF-EEA3-40A3-9937-D5740DE38021}">
      <dsp:nvSpPr>
        <dsp:cNvPr id="0" name=""/>
        <dsp:cNvSpPr/>
      </dsp:nvSpPr>
      <dsp:spPr>
        <a:xfrm>
          <a:off x="350509" y="3162464"/>
          <a:ext cx="637290" cy="6372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79ACFB-EF5A-46E6-BF83-944F48902CFA}">
      <dsp:nvSpPr>
        <dsp:cNvPr id="0" name=""/>
        <dsp:cNvSpPr/>
      </dsp:nvSpPr>
      <dsp:spPr>
        <a:xfrm>
          <a:off x="1338310" y="2901754"/>
          <a:ext cx="3433549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Best practice: a separate signed-out window for any sensitive standards work.</a:t>
          </a:r>
        </a:p>
      </dsp:txBody>
      <dsp:txXfrm>
        <a:off x="1338310" y="2901754"/>
        <a:ext cx="3433549" cy="1158710"/>
      </dsp:txXfrm>
    </dsp:sp>
    <dsp:sp modelId="{9570A65E-3AFE-46EC-86C1-66DABC9264E5}">
      <dsp:nvSpPr>
        <dsp:cNvPr id="0" name=""/>
        <dsp:cNvSpPr/>
      </dsp:nvSpPr>
      <dsp:spPr>
        <a:xfrm>
          <a:off x="0" y="4350142"/>
          <a:ext cx="4773168" cy="11587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707148-F30A-4AE5-9C9A-E81F54777AF4}">
      <dsp:nvSpPr>
        <dsp:cNvPr id="0" name=""/>
        <dsp:cNvSpPr/>
      </dsp:nvSpPr>
      <dsp:spPr>
        <a:xfrm>
          <a:off x="350509" y="4610852"/>
          <a:ext cx="637290" cy="6372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E41FB-5A21-44A6-81B6-AD56982F69AF}">
      <dsp:nvSpPr>
        <dsp:cNvPr id="0" name=""/>
        <dsp:cNvSpPr/>
      </dsp:nvSpPr>
      <dsp:spPr>
        <a:xfrm>
          <a:off x="1338310" y="4350142"/>
          <a:ext cx="3433549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Re-sign-in is one click when you switch to non-confidential projects.</a:t>
          </a:r>
        </a:p>
      </dsp:txBody>
      <dsp:txXfrm>
        <a:off x="1338310" y="4350142"/>
        <a:ext cx="3433549" cy="11587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C72DC6-9B41-46AA-9E26-035E2FE9CC72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E0327-73C8-4F5E-9B4D-F3C401DE3AEC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Hover over any entity to see its description with rendered math + clickable links.</a:t>
          </a:r>
        </a:p>
      </dsp:txBody>
      <dsp:txXfrm>
        <a:off x="729373" y="1314747"/>
        <a:ext cx="1488867" cy="595546"/>
      </dsp:txXfrm>
    </dsp:sp>
    <dsp:sp modelId="{8CCA2499-7B82-4F3A-B223-2779EB890230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05A94-C7B4-430B-96B3-0280F674ADD5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Right-click → Show Description for the full rendered description panel.</a:t>
          </a:r>
        </a:p>
      </dsp:txBody>
      <dsp:txXfrm>
        <a:off x="2478792" y="1314747"/>
        <a:ext cx="1488867" cy="595546"/>
      </dsp:txXfrm>
    </dsp:sp>
    <dsp:sp modelId="{B49E4B8A-C819-40DB-B4C1-CEEBCCF9FAF9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D21C7-D8D6-4B3A-9F4C-544E31B0CFD1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Right-click → Show EXPRESS-G Diagram for clickable hot-spot navigation.</a:t>
          </a:r>
        </a:p>
      </dsp:txBody>
      <dsp:txXfrm>
        <a:off x="4228211" y="1314747"/>
        <a:ext cx="1488867" cy="595546"/>
      </dsp:txXfrm>
    </dsp:sp>
    <dsp:sp modelId="{A7B413A4-D899-4451-8B15-9403767BEA34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49CCF-3582-43CB-8163-B74E0467895B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Cmd+Shift+P → AsciiMath Playground for live math editing.</a:t>
          </a:r>
        </a:p>
      </dsp:txBody>
      <dsp:txXfrm>
        <a:off x="5977630" y="1314747"/>
        <a:ext cx="1488867" cy="595546"/>
      </dsp:txXfrm>
    </dsp:sp>
    <dsp:sp modelId="{1A44569A-691D-475F-8A52-2622BD996CFE}">
      <dsp:nvSpPr>
        <dsp:cNvPr id="0" name=""/>
        <dsp:cNvSpPr/>
      </dsp:nvSpPr>
      <dsp:spPr>
        <a:xfrm>
          <a:off x="3762940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B6DF2-69B3-419D-BE54-ED418E4FF6AB}">
      <dsp:nvSpPr>
        <dsp:cNvPr id="0" name=""/>
        <dsp:cNvSpPr/>
      </dsp:nvSpPr>
      <dsp:spPr>
        <a:xfrm>
          <a:off x="335350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confidential schemas, sign out of GitHub OR set chat.disableAIFeatures.</a:t>
          </a:r>
        </a:p>
      </dsp:txBody>
      <dsp:txXfrm>
        <a:off x="3353501" y="3204069"/>
        <a:ext cx="1488867" cy="595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Editing STEP Schemas in VS 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7694" y="649480"/>
            <a:ext cx="4916510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A user guide to the easyEXPRESS Viewers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Version 0.4.0  ·  May 2026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For schema authors and reviewers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/>
                </a:solidFill>
              </a:rPr>
              <a:t>Thomas Thurman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What this guide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Read schema descriptions without leaving the editor.</a:t>
            </a:r>
          </a:p>
          <a:p>
            <a:r>
              <a:rPr lang="en-US" sz="1700"/>
              <a:t>See math (stem:[…] / latexmath:[…]) rendered, not as raw text.</a:t>
            </a:r>
          </a:p>
          <a:p>
            <a:r>
              <a:rPr lang="en-US" sz="1700"/>
              <a:t>Click EXPRESS-G boxes to jump to the entity's source.</a:t>
            </a:r>
          </a:p>
          <a:p>
            <a:r>
              <a:rPr lang="en-US" sz="1700"/>
              <a:t>Type and live-preview AsciiMath in a popup.</a:t>
            </a:r>
          </a:p>
          <a:p>
            <a:r>
              <a:rPr lang="en-US" sz="1700"/>
              <a:t>Keep confidential schemas confidential — what to disable.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Before easyEXPRESS Viewers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Hovering on point shows the bare ENTITY declaration.</a:t>
            </a:r>
          </a:p>
          <a:p>
            <a:r>
              <a:rPr lang="en-US" sz="1700"/>
              <a:t>stem:[RR^m] in a description appears as raw text.</a:t>
            </a:r>
          </a:p>
          <a:p>
            <a:r>
              <a:rPr lang="en-US" sz="1700"/>
              <a:t>&lt;&lt;express:geometry_schema.cartesian_point&gt;&gt; is not clickable.</a:t>
            </a:r>
          </a:p>
          <a:p>
            <a:r>
              <a:rPr lang="en-US" sz="1700"/>
              <a:t>Opening an EXPRESS-G .svg shows XML.</a:t>
            </a:r>
          </a:p>
          <a:p>
            <a:r>
              <a:rPr lang="en-US" sz="1700"/>
              <a:t>To see what your schema looks like rendered: run Metanorma.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Install in 30 seconds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Get the .vsix file: easyexpress-0.4.0.vsix</a:t>
            </a:r>
          </a:p>
          <a:p>
            <a:r>
              <a:rPr lang="en-US" sz="1700"/>
              <a:t>Install:</a:t>
            </a:r>
          </a:p>
          <a:p>
            <a:pPr lvl="1"/>
            <a:r>
              <a:rPr lang="en-US" sz="1700"/>
              <a:t>$ code --install-extension easyexpress-0.4.0.vsix</a:t>
            </a:r>
          </a:p>
          <a:p>
            <a:r>
              <a:rPr lang="en-US" sz="1700"/>
              <a:t>Reload VS Code (or just close + reopen).</a:t>
            </a:r>
          </a:p>
          <a:p>
            <a:r>
              <a:rPr lang="en-US" sz="1700"/>
              <a:t>That's it. The four viewer surfaces are now live in every .exp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Step 1 — Open your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Open VS Code on your wg12-step working tree.</a:t>
            </a:r>
          </a:p>
          <a:p>
            <a:r>
              <a:rPr lang="en-US" sz="1700"/>
              <a:t>Open any .exp file. For this tour: geometry_schema.exp.</a:t>
            </a:r>
          </a:p>
          <a:p>
            <a:r>
              <a:rPr lang="en-US" sz="1700"/>
              <a:t>You'll see the usual EXPRESS syntax highlighting.</a:t>
            </a:r>
          </a:p>
          <a:p>
            <a:r>
              <a:rPr lang="en-US" sz="1700"/>
              <a:t>Nothing visibly different yet — the viewers activate on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2 — Hover any entity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36295" y="649481"/>
            <a:ext cx="4985810" cy="1795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Hover over `point` (line 3294 in </a:t>
            </a:r>
            <a:r>
              <a:rPr lang="en-US" sz="1700" dirty="0" err="1"/>
              <a:t>geometry_schema.exp</a:t>
            </a:r>
            <a:r>
              <a:rPr lang="en-US" sz="1700" dirty="0"/>
              <a:t>). A tooltip appears with: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the description, clickable cross-references (blue underlined), and inline math (</a:t>
            </a:r>
            <a:r>
              <a:rPr lang="en-US" sz="1700" dirty="0" err="1"/>
              <a:t>ℝ</a:t>
            </a:r>
            <a:r>
              <a:rPr lang="en-US" sz="1700" dirty="0"/>
              <a:t>ᵐ here).</a:t>
            </a:r>
          </a:p>
        </p:txBody>
      </p:sp>
      <p:pic>
        <p:nvPicPr>
          <p:cNvPr id="4" name="Picture 3" descr="hover-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584" y="2142118"/>
            <a:ext cx="5570416" cy="40664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What the hover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Heading: the qualified path (geometry_schema.point).</a:t>
            </a:r>
          </a:p>
          <a:p>
            <a:r>
              <a:rPr lang="en-US" sz="1700"/>
              <a:t>Body: first ~360 chars of the description, transformed:</a:t>
            </a:r>
          </a:p>
          <a:p>
            <a:pPr lvl="1"/>
            <a:r>
              <a:rPr lang="en-US" sz="1700"/>
              <a:t>stem:[…] becomes a rendered math glyph.</a:t>
            </a:r>
          </a:p>
          <a:p>
            <a:pPr lvl="1"/>
            <a:r>
              <a:rPr lang="en-US" sz="1700"/>
              <a:t>&lt;&lt;express:…&gt;&gt; becomes a clickable link to that entity's description.</a:t>
            </a:r>
          </a:p>
          <a:p>
            <a:pPr lvl="1"/>
            <a:r>
              <a:rPr lang="en-US" sz="1700"/>
              <a:t>*emphasis* becomes bold.</a:t>
            </a:r>
          </a:p>
          <a:p>
            <a:r>
              <a:rPr lang="en-US" sz="1700"/>
              <a:t>Click "Show full description" at the bottom for the rendered AsciiDoc.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0041" y="586855"/>
            <a:ext cx="2401025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3 — Right-click for the new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37511" y="264470"/>
            <a:ext cx="5032721" cy="1540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Right-clicking inside a .exp file adds two new entries near the top: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Show Description and Show EXPRESS-G Diagram.</a:t>
            </a:r>
          </a:p>
        </p:txBody>
      </p:sp>
      <p:pic>
        <p:nvPicPr>
          <p:cNvPr id="4" name="Picture 3" descr="right-click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989" y="2065327"/>
            <a:ext cx="4606969" cy="46535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1148662-A366-F473-799C-57D2BFFB8A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435" b="1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473202" y="4018137"/>
            <a:ext cx="3426795" cy="212958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4 — Show full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560" y="4018143"/>
            <a:ext cx="4255578" cy="21295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A panel opens beside the editor with the rendered description: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headings, lists, tables, cross-refs, AND math typeset as MathML.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Same fidelity as Metanorma's published HTML.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About the description preview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2F289C-FB85-34E0-1903-BBC374A14A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491344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expressg-diagram.png"/>
          <p:cNvPicPr>
            <a:picLocks noChangeAspect="1"/>
          </p:cNvPicPr>
          <p:nvPr/>
        </p:nvPicPr>
        <p:blipFill>
          <a:blip r:embed="rId2"/>
          <a:srcRect l="8954" r="1" b="1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900" b="1">
                <a:solidFill>
                  <a:schemeClr val="bg1"/>
                </a:solidFill>
              </a:rPr>
              <a:t>Step 5 — Show EXPRESS-G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560" y="4018143"/>
            <a:ext cx="4255578" cy="21295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The diagram opens. Hover-over an entity in the schema first — the picker auto-narrows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to just the diagrams that include that entity. Click any labeled box to navigate.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Click any box to jump to its source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835BE9-85C9-E90B-7552-9E81E983CD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76355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92C4F69-5E42-C36E-7266-0E2A806D2E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53" r="22896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473202" y="4018137"/>
            <a:ext cx="3426795" cy="212958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6 — Open AsciiMath Playground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560" y="4018143"/>
            <a:ext cx="4255578" cy="21295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Cmd+Shift+P → "easyEXPRESS: Open AsciiMath Playground".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Two-pane editor: type AsciiMath on the left, select math, right click, select "send asciiMath to playground", see rendered math on the right.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95992"/>
            <a:ext cx="3146355" cy="5638831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sz="4200"/>
              <a:t>Insert math into your schema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98A518-8288-2488-BC4A-357A91EEA5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9603951"/>
              </p:ext>
            </p:extLst>
          </p:nvPr>
        </p:nvGraphicFramePr>
        <p:xfrm>
          <a:off x="3686960" y="866585"/>
          <a:ext cx="4690291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</a:rPr>
              <a:t>Important — privacy for confidential schemas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B7BFAE-C9B4-5318-DE33-F599E79CF1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760785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Privacy — how to sign out of GitHub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88D93741-3488-AAA8-529F-EADD0FEFBE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991023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Privacy — alternative settings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3A6E6D-AABA-A470-5331-6754E06889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0703985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Recap — five things to remember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861D64-C2BD-91AF-EBE5-6DC3716DD1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33438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Where to get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Issue tracker: github.com/TRThurman/easy-express-mirror/issues</a:t>
            </a:r>
          </a:p>
          <a:p>
            <a:r>
              <a:rPr lang="en-US" sz="1700"/>
              <a:t>Maintainer: Thomas Thurman · thomas@trthurman.consulting</a:t>
            </a:r>
          </a:p>
          <a:p>
            <a:r>
              <a:rPr lang="en-US" sz="1700"/>
              <a:t>Smoke-test checklist: docs/smoke-test-checklist.md</a:t>
            </a:r>
          </a:p>
          <a:p>
            <a:r>
              <a:rPr lang="en-US" sz="1700"/>
              <a:t>Companion technical paper: docs/easyEXPRESS-viewers.adoc</a:t>
            </a:r>
          </a:p>
          <a:p>
            <a:r>
              <a:rPr lang="en-US" sz="1700"/>
              <a:t>Implementor deck: docs/easyEXPRESS-viewers.pptx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1022</Words>
  <Application>Microsoft Macintosh PowerPoint</Application>
  <PresentationFormat>On-screen Show (4:3)</PresentationFormat>
  <Paragraphs>99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Editing STEP Schemas in VS Code</vt:lpstr>
      <vt:lpstr>What this guide covers</vt:lpstr>
      <vt:lpstr>Before easyEXPRESS Viewers</vt:lpstr>
      <vt:lpstr>Install in 30 seconds</vt:lpstr>
      <vt:lpstr>Step 1 — Open your schema</vt:lpstr>
      <vt:lpstr>Step 2 — Hover any entity name</vt:lpstr>
      <vt:lpstr>What the hover shows</vt:lpstr>
      <vt:lpstr>PowerPoint Presentation</vt:lpstr>
      <vt:lpstr>PowerPoint Presentation</vt:lpstr>
      <vt:lpstr>About the description preview</vt:lpstr>
      <vt:lpstr>Step 5 — Show EXPRESS-G Diagram</vt:lpstr>
      <vt:lpstr>Click any box to jump to its source</vt:lpstr>
      <vt:lpstr>PowerPoint Presentation</vt:lpstr>
      <vt:lpstr>Insert math into your schema</vt:lpstr>
      <vt:lpstr>Important — privacy for confidential schemas</vt:lpstr>
      <vt:lpstr>PowerPoint Presentation</vt:lpstr>
      <vt:lpstr>Privacy — alternative settings</vt:lpstr>
      <vt:lpstr>Recap — five things to remember</vt:lpstr>
      <vt:lpstr>Where to get help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Thomas Thurman</cp:lastModifiedBy>
  <cp:revision>4</cp:revision>
  <dcterms:created xsi:type="dcterms:W3CDTF">2013-01-27T09:14:16Z</dcterms:created>
  <dcterms:modified xsi:type="dcterms:W3CDTF">2026-05-02T20:35:54Z</dcterms:modified>
  <cp:category/>
</cp:coreProperties>
</file>