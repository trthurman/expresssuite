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easyEXPRESS Viewers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Annotated EXPRESS, EXPRESS-G, and Math Rendering in VS Code</a:t>
            </a:r>
          </a:p>
          <a:p>
            <a:r>
              <a:t>Version 0.4.0  ·  May 2026</a:t>
            </a:r>
          </a:p>
          <a:p>
            <a:r>
              <a:t>Thomas Thurman  ·  TRThurman Consulting</a:t>
            </a:r>
          </a:p>
          <a:p>
            <a:r>
              <a:t>Audience: ISO TC 184/SC 4 WG12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 before 0.4.0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Authors edit annotated EXPRESS in VS Code; render via Metanorma toolchain.</a:t>
            </a:r>
          </a:p>
          <a:p>
            <a:pPr/>
            <a:r>
              <a:t>In the editor itself, the annotations are invisible:</a:t>
            </a:r>
          </a:p>
          <a:p>
            <a:pPr lvl="1"/>
            <a:r>
              <a:t>Hovering on point shows the bare ENTITY declaration with no description.</a:t>
            </a:r>
          </a:p>
          <a:p>
            <a:pPr lvl="1"/>
            <a:r>
              <a:t>Embedded math (stem:[RR^m]) appears as raw source text.</a:t>
            </a:r>
          </a:p>
          <a:p>
            <a:pPr lvl="1"/>
            <a:r>
              <a:t>Cross-references render as &lt;&lt;express:geometry_schema.cartesian_point&gt;&gt;, not links.</a:t>
            </a:r>
          </a:p>
          <a:p>
            <a:pPr lvl="1"/>
            <a:r>
              <a:t>EXPRESS-G diagrams stored alongside .exp files appear as XML when opened.</a:t>
            </a:r>
          </a:p>
          <a:p>
            <a:pPr/>
            <a:r>
              <a:t>Author–publish loop: edit, save, run Metanorma, look at HTML/PDF, return to editor.</a:t>
            </a:r>
          </a:p>
          <a:p>
            <a:pPr/>
            <a:r>
              <a:t>0.4.0 closes this gap with four viewer surfaces inside VS Code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new viewer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Hover (MarkdownString)</a:t>
            </a:r>
          </a:p>
          <a:p>
            <a:pPr lvl="1"/>
            <a:r>
              <a:t>Truncated description with rendered xref command-links and inline math glyphs.</a:t>
            </a:r>
          </a:p>
          <a:p>
            <a:pPr/>
            <a:r>
              <a:t>Description preview (WebviewPanel)</a:t>
            </a:r>
          </a:p>
          <a:p>
            <a:pPr lvl="1"/>
            <a:r>
              <a:t>Full Asciidoctor render with embedded MathML; same fidelity as Metanorma.</a:t>
            </a:r>
          </a:p>
          <a:p>
            <a:pPr/>
            <a:r>
              <a:t>EXPRESS-G interactive viewer (WebviewPanel)</a:t>
            </a:r>
          </a:p>
          <a:p>
            <a:pPr lvl="1"/>
            <a:r>
              <a:t>Click any labelled box; jumps to the entity's source declaration.</a:t>
            </a:r>
          </a:p>
          <a:p>
            <a:pPr/>
            <a:r>
              <a:t>AsciiMath playground (WebviewPanel)</a:t>
            </a:r>
          </a:p>
          <a:p>
            <a:pPr lvl="1"/>
            <a:r>
              <a:t>Live rendering of typed AsciiMath; Insert at cursor pastes stem:[…].</a:t>
            </a:r>
          </a:p>
          <a:p>
            <a:pPr/>
            <a:r>
              <a:t>All four are side-by-side beside the editor; reload-free; no separate build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Annotated EXPRESS — what we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Spec: github.com/metanorma/annotated-express</a:t>
            </a:r>
          </a:p>
          <a:p>
            <a:pPr/>
            <a:r>
              <a:t>Named-remark comments: (*"tag" body *)</a:t>
            </a:r>
          </a:p>
          <a:p>
            <a:pPr lvl="1"/>
            <a:r>
              <a:t>Tag: dotted path  schema_name.entity_name[.attribute_name][.__subtype]</a:t>
            </a:r>
          </a:p>
          <a:p>
            <a:pPr lvl="1"/>
            <a:r>
              <a:t>Subtypes: __note, __example, __figure, __fund_cons, __expressg</a:t>
            </a:r>
          </a:p>
          <a:p>
            <a:pPr lvl="1"/>
            <a:r>
              <a:t>Body: Metanorma AsciiDoc — bold, links, cross-refs, tables, images, stem:[…]</a:t>
            </a:r>
          </a:p>
          <a:p>
            <a:pPr/>
            <a:r>
              <a:t>Surveyed corpus (sd.iso.org/wg12-step + annotated-express):</a:t>
            </a:r>
          </a:p>
          <a:p>
            <a:pPr lvl="1"/>
            <a:r>
              <a:t>geometry_schema: 754 stem expressions across 16 EXPRESS-G diagrams</a:t>
            </a:r>
          </a:p>
          <a:p>
            <a:pPr lvl="1"/>
            <a:r>
              <a:t>topology / mesh_topology / presentation_appearance / equations: per-schema fixtures committed in test-fixtures/asciimath/</a:t>
            </a:r>
          </a:p>
          <a:p>
            <a:pPr lvl="1"/>
            <a:r>
              <a:t>equations_schema mixes stem:[…] (62) and latexmath:[…] (82) — both rendered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EXPRESS-G hot-spot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Each __expressg remark contains a [.svgmap] block:</a:t>
            </a:r>
          </a:p>
          <a:p>
            <a:pPr lvl="1"/>
            <a:r>
              <a:t>image::geometry_schemaexpg4.svg[]</a:t>
            </a:r>
          </a:p>
          <a:p>
            <a:pPr lvl="1"/>
            <a:r>
              <a:t>* &lt;&lt;express:geometry_schema.point&gt;&gt;; 37</a:t>
            </a:r>
          </a:p>
          <a:p>
            <a:pPr lvl="1"/>
            <a:r>
              <a:t>* &lt;&lt;express:geometry_schema.cartesian_point&gt;&gt;; 36  …</a:t>
            </a:r>
          </a:p>
          <a:p>
            <a:pPr/>
            <a:r>
              <a:t>The integer N maps to the SVG's &lt;a href="N"&gt; rectangle overlay.</a:t>
            </a:r>
          </a:p>
          <a:p>
            <a:pPr/>
            <a:r>
              <a:t>Author flow:</a:t>
            </a:r>
          </a:p>
          <a:p>
            <a:pPr lvl="1"/>
            <a:r>
              <a:t>Right-click an entity → Show EXPRESS-G Diagram.</a:t>
            </a:r>
          </a:p>
          <a:p>
            <a:pPr lvl="1"/>
            <a:r>
              <a:t>Picker auto-selects the diagram(s) referencing the cursor entity.</a:t>
            </a:r>
          </a:p>
          <a:p>
            <a:pPr lvl="1"/>
            <a:r>
              <a:t>Click a labelled box → host resolves the entity tag → jumps to source.</a:t>
            </a:r>
          </a:p>
          <a:p>
            <a:pPr/>
            <a:r>
              <a:t>Resolver: IndexManager.allElements() first; fs-scan fallback for dev-host single-file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 rendering — same engine Metanorma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Description preview: Plurimath JS (Ribose, BSD-2-Clause).</a:t>
            </a:r>
          </a:p>
          <a:p>
            <a:pPr lvl="1"/>
            <a:r>
              <a:t>Same converter the upstream Metanorma toolchain uses.</a:t>
            </a:r>
          </a:p>
          <a:p>
            <a:pPr lvl="1"/>
            <a:r>
              <a:t>Rendering at author time = rendering at publish time.</a:t>
            </a:r>
          </a:p>
          <a:p>
            <a:pPr lvl="1"/>
            <a:r>
              <a:t>Native MathML output; Chromium webview renders it natively (no JS layout library).</a:t>
            </a:r>
          </a:p>
          <a:p>
            <a:pPr/>
            <a:r>
              <a:t>Hover surface: MathJax v4 input/asciimath + output/svg (270 KB).</a:t>
            </a:r>
          </a:p>
          <a:p>
            <a:pPr lvl="1"/>
            <a:r>
              <a:t>Hovers can't host MathML or scripts (CSP); SVG-as-data-URI is the only path.</a:t>
            </a:r>
          </a:p>
          <a:p>
            <a:pPr lvl="1"/>
            <a:r>
              <a:t>Cosmetic mismatch with description preview is acknowledged and minor.</a:t>
            </a:r>
          </a:p>
          <a:p>
            <a:pPr/>
            <a:r>
              <a:t>Both engines accept AsciiMath; Plurimath also accepts LaTeX (latexmath:[…]).</a:t>
            </a:r>
          </a:p>
          <a:p>
            <a:pPr/>
            <a:r>
              <a:t>Resource limits: per-expression 16 KB, per-document 500 stems, 2 s render timeout.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— three processes, two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097280"/>
            <a:ext cx="7543800" cy="4773168"/>
          </a:xfrm>
        </p:spPr>
        <p:txBody>
          <a:bodyPr/>
          <a:lstStyle/>
          <a:p>
            <a:pPr/>
            <a:r>
              <a:t>Extension host (Node, 780 KB bundle) — orchestration, hover, command handlers.</a:t>
            </a:r>
          </a:p>
          <a:p>
            <a:pPr/>
            <a:r>
              <a:t>Language server (Node, 1.7 MB bundle) — Langium + custom services:</a:t>
            </a:r>
          </a:p>
          <a:p>
            <a:pPr lvl="1"/>
            <a:r>
              <a:t>ExpressP11AnnotationIndex — walks ML_COMMENT hidden CST nodes on every parse.</a:t>
            </a:r>
          </a:p>
          <a:p>
            <a:pPr lvl="1"/>
            <a:r>
              <a:t>Custom LSP requests: express/getAnnotations, …/findAnnotationsForEntity, …/resolveEntity.</a:t>
            </a:r>
          </a:p>
          <a:p>
            <a:pPr/>
            <a:r>
              <a:t>Webview render targets (Chromium) — one WebviewPanel per surface, isolated CSP.</a:t>
            </a:r>
          </a:p>
          <a:p>
            <a:pPr/>
            <a:r>
              <a:t>Plurimath worker (node:worker_threads, 1-pool) — terminate-on-timeout for hung renders.</a:t>
            </a:r>
          </a:p>
          <a:p>
            <a:pPr/>
            <a:r>
              <a:t>MathJax in extension host — for the hover SVG path only.</a:t>
            </a:r>
          </a:p>
          <a:p>
            <a:pPr/>
            <a:r>
              <a:t>Vendor JS: pinned exact versions; @plurimath/plurimath and mathjax marked external.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 — what leaves your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097280"/>
            <a:ext cx="7543800" cy="4773168"/>
          </a:xfrm>
        </p:spPr>
        <p:txBody>
          <a:bodyPr/>
          <a:lstStyle/>
          <a:p>
            <a:pPr/>
            <a:r>
              <a:t>easyEXPRESS itself: zero outbound network calls.</a:t>
            </a:r>
          </a:p>
          <a:p>
            <a:pPr lvl="1"/>
            <a:r>
              <a:t>Every webview has CSP connect-src 'none' (Chromium refuses fetch/XHR/WebSocket).</a:t>
            </a:r>
          </a:p>
          <a:p>
            <a:pPr lvl="1"/>
            <a:r>
              <a:t>Extension host has no fetch / no http(s) require / no telemetry SDK (greppable).</a:t>
            </a:r>
          </a:p>
          <a:p>
            <a:pPr lvl="1"/>
            <a:r>
              <a:t>Verifiable: $ grep -rE 'fetch\(|require\(.https?.\)' src/  → empty.</a:t>
            </a:r>
          </a:p>
          <a:p>
            <a:pPr/>
            <a:r>
              <a:t>But VS Code Insiders ships GitHub Copilot Chat as a built-in feature.</a:t>
            </a:r>
          </a:p>
          <a:p>
            <a:pPr lvl="1"/>
            <a:r>
              <a:t>--disable-extensions does NOT remove it (it's part of the editor shell).</a:t>
            </a:r>
          </a:p>
          <a:p>
            <a:pPr lvl="1"/>
            <a:r>
              <a:t>Explain / Add File to Chat / Open Inline Chat / Review send the cursor word, enclosing scope, surrounding lines, and snippets from other open editors to GitHub/MS endpoints.</a:t>
            </a:r>
          </a:p>
          <a:p>
            <a:pPr/>
            <a:r>
              <a:t>Mitigation for pre-publication content under NDA:</a:t>
            </a:r>
          </a:p>
          <a:p>
            <a:pPr lvl="1"/>
            <a:r>
              <a:t>Sign out of GitHub in the affected VS Code window (account icon, bottom-left).</a:t>
            </a:r>
          </a:p>
          <a:p>
            <a:pPr lvl="1"/>
            <a:r>
              <a:t>Set chat.disableAIFeatures: true in workspace settings.</a:t>
            </a:r>
          </a:p>
          <a:p>
            <a:pPr lvl="1"/>
            <a:r>
              <a:t>Recommended: a separate, signed-out window for any sensitive standards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— instrumented, in-channel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Every user-facing path is wrapped with perf.time(label).</a:t>
            </a:r>
          </a:p>
          <a:p>
            <a:pPr/>
            <a:r>
              <a:t>Logs to OutputChannel "easyEXPRESS Viewers" with timestamp and over-budget flag.</a:t>
            </a:r>
          </a:p>
          <a:p>
            <a:pPr/>
            <a:r>
              <a:t>Phase-0 baselines (warm machine, geometry_schema corpus):</a:t>
            </a:r>
          </a:p>
          <a:p>
            <a:pPr lvl="1"/>
            <a:r>
              <a:t>activate: 500 ms target / 1 500 ms warn</a:t>
            </a:r>
          </a:p>
          <a:p>
            <a:pPr lvl="1"/>
            <a:r>
              <a:t>hover warm: ~50 ms / first-with-math: ~180 ms (MathJax cold-load)</a:t>
            </a:r>
          </a:p>
          <a:p>
            <a:pPr lvl="1"/>
            <a:r>
              <a:t>showDescription: ~600 ms first / ~200 ms warm</a:t>
            </a:r>
          </a:p>
          <a:p>
            <a:pPr lvl="1"/>
            <a:r>
              <a:t>showExpressG: ~400 ms</a:t>
            </a:r>
          </a:p>
          <a:p>
            <a:pPr lvl="1"/>
            <a:r>
              <a:t>math playground render-after-stop-typing: ≤ 200 ms (worker round-trip)</a:t>
            </a:r>
          </a:p>
          <a:p>
            <a:pPr/>
            <a:r>
              <a:t>Bundle: extension host 780 KB, language server 1.7 MB, vendor 3.9 MB.</a:t>
            </a:r>
          </a:p>
          <a:p>
            <a:pPr/>
            <a:r>
              <a:t>.vsix: 8.3 MB / 195 files (well under marketplace 100 MB cap).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and first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Install:  $ code --install-extension easyexpress-0.4.0.vsix</a:t>
            </a:r>
          </a:p>
          <a:p>
            <a:pPr/>
            <a:r>
              <a:t>Reload VS Code; open a wg12-step .exp file (e.g. geometry_schema.exp).</a:t>
            </a:r>
          </a:p>
          <a:p>
            <a:pPr/>
            <a:r>
              <a:t>Hover any entity → MarkdownString popup with description, links, math.</a:t>
            </a:r>
          </a:p>
          <a:p>
            <a:pPr/>
            <a:r>
              <a:t>Right-click → Show Description → opens webview beside editor.</a:t>
            </a:r>
          </a:p>
          <a:p>
            <a:pPr lvl="1"/>
            <a:r>
              <a:t>Same content, full Metanorma fidelity, MathML rendered natively.</a:t>
            </a:r>
          </a:p>
          <a:p>
            <a:pPr/>
            <a:r>
              <a:t>Right-click → Show EXPRESS-G Diagram → narrowed picker → click hot-spots.</a:t>
            </a:r>
          </a:p>
          <a:p>
            <a:pPr/>
            <a:r>
              <a:t>Cmd+Shift+P → "Open AsciiMath Playground" → live math editor.</a:t>
            </a:r>
          </a:p>
          <a:p>
            <a:pPr/>
            <a:r>
              <a:t>Output panel → "easyEXPRESS Viewers" → see [perf] timings + diagnostic logs.</a:t>
            </a:r>
          </a:p>
          <a:p>
            <a:pPr/>
            <a:r>
              <a:t>All commands also under Command Palette: "easyEXPRESS: ..."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Block-form math: [stem]/[asciimath]/[latexmath] open-blocks (currently inline only).</a:t>
            </a:r>
          </a:p>
          <a:p>
            <a:pPr/>
            <a:r>
              <a:t>EXPRESS-G as customEditor: "Reopen with EXPRESS-G Viewer" on any .svg in the workspace.</a:t>
            </a:r>
          </a:p>
          <a:p>
            <a:pPr/>
            <a:r>
              <a:t>Performance under very large schemas: incremental annotation index updates.</a:t>
            </a:r>
          </a:p>
          <a:p>
            <a:pPr/>
            <a:r>
              <a:t>Cross-extension API consumption: delegate AsciiDoc rendering to upstream asciidoctor-vscode if/when it publishes a public API.</a:t>
            </a:r>
          </a:p>
          <a:p>
            <a:pPr/>
            <a:r>
              <a:t>Language-server-side rendering of math (move MathJax host-side path into the LSP).</a:t>
            </a:r>
          </a:p>
          <a:p>
            <a:pPr/>
            <a:r>
              <a:t>Cross-platform smoke runs: macOS done; Linux/Windows pending volunteer testing.</a:t>
            </a:r>
          </a:p>
          <a:p>
            <a:pPr/>
            <a:r>
              <a:t>Phase 4 deliverables: this deck + companion white paper (docs/easyEXPRESS-viewers.adoc).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7088"/>
            <a:ext cx="7543800" cy="4023360"/>
          </a:xfrm>
        </p:spPr>
        <p:txBody>
          <a:bodyPr/>
          <a:lstStyle/>
          <a:p>
            <a:pPr/>
            <a:r>
              <a:t>Project repository: github.com/TRThurman/easy-express-mirror</a:t>
            </a:r>
          </a:p>
          <a:p>
            <a:pPr/>
            <a:r>
              <a:t>Upstream: usnistgov/easy-express  (NIST)</a:t>
            </a:r>
          </a:p>
          <a:p>
            <a:pPr/>
            <a:r>
              <a:t>Issue tracker: github.com/TRThurman/easy-express-mirror/issues</a:t>
            </a:r>
          </a:p>
          <a:p>
            <a:pPr/>
            <a:r>
              <a:t>Maintainer: Thomas Thurman  ·  thomas@trthurman.consulting</a:t>
            </a:r>
          </a:p>
          <a:p>
            <a:pPr/>
          </a:p>
          <a:p>
            <a:pPr/>
            <a:r>
              <a:t>Companion white paper: docs/easyEXPRESS-viewers.adoc</a:t>
            </a:r>
          </a:p>
          <a:p>
            <a:pPr/>
            <a:r>
              <a:t>Design protocol document (full architecture + security model):</a:t>
            </a:r>
          </a:p>
          <a:p>
            <a:pPr lvl="1"/>
            <a:r>
              <a:t>DESIGN-viewers-integration.md (project repository, root)</a:t>
            </a:r>
          </a:p>
          <a:p>
            <a:pPr/>
          </a:p>
          <a:p>
            <a:pPr/>
            <a:r>
              <a:t>Smoke-test checklist for new platforms: docs/smoke-test-checklist.md</a:t>
            </a:r>
          </a:p>
          <a:p>
            <a:pPr/>
            <a:r>
              <a:t>CI matrix (macOS, Ubuntu, Windows): .github/workflows/ci.yaml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